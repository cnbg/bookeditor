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8" r:id="rId2"/>
    <p:sldId id="259" r:id="rId3"/>
    <p:sldId id="260" r:id="rId4"/>
    <p:sldId id="257" r:id="rId5"/>
    <p:sldId id="261" r:id="rId6"/>
    <p:sldId id="26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0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70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4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16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8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81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17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25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14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27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2463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012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4523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802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47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53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44212-3463-44A7-B648-57FCFC6193A5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CF988C5-4112-4244-96F0-176AF1E15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55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61" y="115910"/>
            <a:ext cx="9710669" cy="65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9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48" y="270456"/>
            <a:ext cx="8718997" cy="634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2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38" y="128790"/>
            <a:ext cx="9259910" cy="638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6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800" b="1" dirty="0" smtClean="0">
                <a:solidFill>
                  <a:srgbClr val="FF0000"/>
                </a:solidFill>
              </a:rPr>
              <a:t>32-мисал</a:t>
            </a:r>
            <a:endParaRPr lang="ru-RU" sz="4800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199" y="1966421"/>
            <a:ext cx="3798195" cy="17426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/>
              <a:t>4ң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974186" y="1966421"/>
            <a:ext cx="4018209" cy="1554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20462" y="3999136"/>
            <a:ext cx="4206025" cy="193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687891" y="3999136"/>
            <a:ext cx="3304504" cy="193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965915" y="1957589"/>
            <a:ext cx="3335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4 </a:t>
            </a:r>
            <a:r>
              <a:rPr lang="ru-RU" sz="3600" b="1" dirty="0" err="1" smtClean="0"/>
              <a:t>миң</a:t>
            </a:r>
            <a:r>
              <a:rPr lang="ru-RU" sz="3600" b="1" dirty="0" smtClean="0"/>
              <a:t>., 7 </a:t>
            </a:r>
            <a:r>
              <a:rPr lang="ru-RU" sz="3600" b="1" dirty="0" err="1" smtClean="0"/>
              <a:t>миң</a:t>
            </a:r>
            <a:r>
              <a:rPr lang="ru-RU" sz="3600" b="1" dirty="0" smtClean="0"/>
              <a:t>., 9 </a:t>
            </a:r>
            <a:r>
              <a:rPr lang="ru-RU" sz="3600" b="1" dirty="0" err="1" smtClean="0"/>
              <a:t>миңд</a:t>
            </a:r>
            <a:endParaRPr lang="ru-RU" sz="3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974186" y="2266682"/>
            <a:ext cx="3195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600" b="1" dirty="0" smtClean="0"/>
              <a:t>213, 625, 813, 915</a:t>
            </a:r>
            <a:endParaRPr lang="ru-RU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120462" y="3937715"/>
            <a:ext cx="4365938" cy="175432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y-KG" sz="3600" b="1" dirty="0" smtClean="0"/>
              <a:t>2жүзд.5онд.4,</a:t>
            </a:r>
          </a:p>
          <a:p>
            <a:pPr algn="ctr"/>
            <a:r>
              <a:rPr lang="ky-KG" sz="3600" b="1" dirty="0" smtClean="0"/>
              <a:t> 6 жүзд.8онд.2, 7жүзд.0 онд.5.</a:t>
            </a:r>
            <a:endParaRPr lang="ru-RU" sz="3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687891" y="3831781"/>
            <a:ext cx="3304504" cy="234518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y-KG" sz="3600" b="1" dirty="0" smtClean="0"/>
              <a:t>1-разряд6, </a:t>
            </a:r>
          </a:p>
          <a:p>
            <a:pPr algn="ctr"/>
            <a:r>
              <a:rPr lang="ky-KG" sz="3600" b="1" dirty="0" smtClean="0"/>
              <a:t>2-разряд8;</a:t>
            </a:r>
          </a:p>
          <a:p>
            <a:pPr algn="ctr"/>
            <a:r>
              <a:rPr lang="ky-KG" sz="3600" b="1" dirty="0" smtClean="0"/>
              <a:t>2-разряд 9,</a:t>
            </a:r>
          </a:p>
          <a:p>
            <a:pPr algn="ctr"/>
            <a:r>
              <a:rPr lang="ky-KG" sz="3600" b="1" dirty="0" smtClean="0"/>
              <a:t> 1-разряд7;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2947620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32" y="631065"/>
            <a:ext cx="10290220" cy="595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6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28" y="798490"/>
            <a:ext cx="9272789" cy="580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7818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</TotalTime>
  <Words>36</Words>
  <Application>Microsoft Office PowerPoint</Application>
  <PresentationFormat>Широкоэкранный</PresentationFormat>
  <Paragraphs>10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Легкий дым</vt:lpstr>
      <vt:lpstr>Презентация PowerPoint</vt:lpstr>
      <vt:lpstr>Презентация PowerPoint</vt:lpstr>
      <vt:lpstr>Презентация PowerPoint</vt:lpstr>
      <vt:lpstr>32-мисал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Фарида</dc:creator>
  <cp:lastModifiedBy>Фарида</cp:lastModifiedBy>
  <cp:revision>4</cp:revision>
  <dcterms:created xsi:type="dcterms:W3CDTF">2019-06-28T08:52:17Z</dcterms:created>
  <dcterms:modified xsi:type="dcterms:W3CDTF">2019-06-28T09:14:57Z</dcterms:modified>
</cp:coreProperties>
</file>