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78" r:id="rId4"/>
    <p:sldId id="259" r:id="rId5"/>
    <p:sldId id="283" r:id="rId6"/>
    <p:sldId id="260" r:id="rId7"/>
    <p:sldId id="266" r:id="rId8"/>
    <p:sldId id="270" r:id="rId9"/>
    <p:sldId id="273" r:id="rId10"/>
    <p:sldId id="281" r:id="rId11"/>
    <p:sldId id="279" r:id="rId12"/>
    <p:sldId id="27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67" autoAdjust="0"/>
    <p:restoredTop sz="94434" autoAdjust="0"/>
  </p:normalViewPr>
  <p:slideViewPr>
    <p:cSldViewPr snapToGrid="0">
      <p:cViewPr varScale="1">
        <p:scale>
          <a:sx n="67" d="100"/>
          <a:sy n="67" d="100"/>
        </p:scale>
        <p:origin x="78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028B0F-242F-4E78-AFBE-A308FBAE2117}" type="datetimeFigureOut">
              <a:rPr lang="ru-RU" smtClean="0"/>
              <a:t>14.06.2020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DA933-3108-4E4D-9859-FFE2832A81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5961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DA933-3108-4E4D-9859-FFE2832A81D7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7399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25780" y="220891"/>
            <a:ext cx="11088345" cy="2509213"/>
          </a:xfrm>
        </p:spPr>
        <p:txBody>
          <a:bodyPr>
            <a:prstTxWarp prst="textChevron">
              <a:avLst/>
            </a:prstTxWarp>
          </a:bodyPr>
          <a:lstStyle/>
          <a:p>
            <a:r>
              <a:rPr lang="ru-RU" b="1" cap="none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  <a:reflection blurRad="6350" stA="55000" endA="300" endPos="45500" dir="5400000" sy="-100000" algn="bl" rotWithShape="0"/>
                </a:effectLst>
              </a:rPr>
              <a:t>Математика </a:t>
            </a:r>
            <a:r>
              <a:rPr lang="ru-RU" b="1" cap="none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  <a:reflection blurRad="6350" stA="55000" endA="300" endPos="45500" dir="5400000" sy="-100000" algn="bl" rotWithShape="0"/>
                </a:effectLst>
              </a:rPr>
              <a:t>сабагы</a:t>
            </a:r>
            <a:r>
              <a:rPr lang="ru-RU" b="1" cap="none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  <a:reflection blurRad="6350" stA="55000" endA="300" endPos="45500" dir="5400000" sy="-100000" algn="bl" rotWithShape="0"/>
                </a:effectLst>
              </a:rPr>
              <a:t>.</a:t>
            </a:r>
            <a:endParaRPr lang="ru-RU" b="1" cap="none" dirty="0">
              <a:ln w="9525">
                <a:solidFill>
                  <a:schemeClr val="bg1"/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  <a:reflection blurRad="6350" stA="55000" endA="300" endPos="45500" dir="5400000" sy="-100000" algn="bl" rotWithShape="0"/>
              </a:effectLst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8920" y="2537460"/>
            <a:ext cx="5671184" cy="398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372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prstTxWarp prst="textPlain">
              <a:avLst/>
            </a:prstTxWarp>
            <a:norm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ky-KG" sz="6000" b="1" i="1" dirty="0" smtClean="0"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Жагымдуу маанай.</a:t>
            </a:r>
            <a:endParaRPr lang="ru-RU" sz="6000" b="1" i="1" dirty="0"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8410" y="2920365"/>
            <a:ext cx="7753976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341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56950" y="204180"/>
            <a:ext cx="6749088" cy="1596177"/>
          </a:xfrm>
        </p:spPr>
        <p:txBody>
          <a:bodyPr>
            <a:normAutofit/>
          </a:bodyPr>
          <a:lstStyle/>
          <a:p>
            <a:r>
              <a:rPr lang="ky-KG" sz="8000" b="1" cap="none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Алтын эреже.</a:t>
            </a:r>
            <a:endParaRPr lang="ru-RU" sz="8000" b="1" cap="none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108" y="1242800"/>
            <a:ext cx="3214062" cy="5086349"/>
          </a:xfrm>
        </p:spPr>
      </p:pic>
      <p:sp>
        <p:nvSpPr>
          <p:cNvPr id="5" name="Скругленный прямоугольник 4"/>
          <p:cNvSpPr/>
          <p:nvPr/>
        </p:nvSpPr>
        <p:spPr>
          <a:xfrm>
            <a:off x="3850374" y="1977071"/>
            <a:ext cx="7629525" cy="4475614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ky-KG" sz="3600" b="1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Сабакта тынч отуруу.</a:t>
            </a:r>
          </a:p>
          <a:p>
            <a:pPr marL="342900" indent="-342900" algn="ctr">
              <a:buAutoNum type="arabicPeriod"/>
            </a:pPr>
            <a:r>
              <a:rPr lang="ky-KG" sz="3600" b="1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Тазалыкты сактоо.</a:t>
            </a:r>
          </a:p>
          <a:p>
            <a:pPr marL="342900" indent="-342900" algn="ctr">
              <a:buAutoNum type="arabicPeriod"/>
            </a:pPr>
            <a:r>
              <a:rPr lang="ky-KG" sz="3600" b="1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Достор менен ын</a:t>
            </a:r>
            <a:r>
              <a:rPr lang="ky-KG" sz="36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т</a:t>
            </a:r>
            <a:r>
              <a:rPr lang="ky-KG" sz="3600" b="1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ымакта болуу.</a:t>
            </a:r>
          </a:p>
          <a:p>
            <a:pPr marL="342900" indent="-342900" algn="ctr">
              <a:buAutoNum type="arabicPeriod"/>
            </a:pPr>
            <a:r>
              <a:rPr lang="ky-KG" sz="3600" b="1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Мугалимдин сөзүн бөлбөө</a:t>
            </a:r>
          </a:p>
          <a:p>
            <a:pPr marL="342900" indent="-342900" algn="ctr">
              <a:buAutoNum type="arabicPeriod"/>
            </a:pPr>
            <a:r>
              <a:rPr lang="ky-KG" sz="3600" b="1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Өзүн-өзү сыйлоо</a:t>
            </a:r>
          </a:p>
          <a:p>
            <a:pPr algn="ctr"/>
            <a:endParaRPr lang="ky-KG" sz="4400" dirty="0" smtClean="0">
              <a:solidFill>
                <a:srgbClr val="FF0000"/>
              </a:solidFill>
            </a:endParaRPr>
          </a:p>
          <a:p>
            <a:pPr marL="342900" indent="-342900" algn="ctr"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1140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Выноска 2 2"/>
          <p:cNvSpPr/>
          <p:nvPr/>
        </p:nvSpPr>
        <p:spPr>
          <a:xfrm>
            <a:off x="8481060" y="2971800"/>
            <a:ext cx="2797166" cy="2194560"/>
          </a:xfrm>
          <a:prstGeom prst="borderCallout2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4000" b="1" dirty="0" smtClean="0">
                <a:solidFill>
                  <a:schemeClr val="accent3">
                    <a:lumMod val="50000"/>
                  </a:schemeClr>
                </a:solidFill>
              </a:rPr>
              <a:t>№6</a:t>
            </a:r>
          </a:p>
          <a:p>
            <a:pPr algn="ctr"/>
            <a:r>
              <a:rPr lang="ru-RU" sz="4000" b="1" dirty="0" smtClean="0">
                <a:solidFill>
                  <a:schemeClr val="accent3">
                    <a:lumMod val="50000"/>
                  </a:schemeClr>
                </a:solidFill>
              </a:rPr>
              <a:t>№</a:t>
            </a:r>
            <a:r>
              <a:rPr lang="ru-RU" sz="4000" b="1" dirty="0">
                <a:solidFill>
                  <a:schemeClr val="accent3">
                    <a:lumMod val="50000"/>
                  </a:schemeClr>
                </a:solidFill>
              </a:rPr>
              <a:t>7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150" y="1894653"/>
            <a:ext cx="4591050" cy="438552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Прямоугольник 6"/>
          <p:cNvSpPr/>
          <p:nvPr/>
        </p:nvSpPr>
        <p:spPr>
          <a:xfrm>
            <a:off x="5045602" y="168624"/>
            <a:ext cx="528296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y-KG" sz="4800" b="1" i="1" dirty="0">
                <a:ln/>
                <a:solidFill>
                  <a:srgbClr val="00B05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</a:rPr>
              <a:t>Үй тапшырмасын текшерүү.</a:t>
            </a:r>
            <a:endParaRPr lang="ru-RU" sz="4800" dirty="0"/>
          </a:p>
        </p:txBody>
      </p:sp>
    </p:spTree>
    <p:extLst>
      <p:ext uri="{BB962C8B-B14F-4D97-AF65-F5344CB8AC3E}">
        <p14:creationId xmlns:p14="http://schemas.microsoft.com/office/powerpoint/2010/main" val="2679680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3775" y="1408226"/>
            <a:ext cx="10364451" cy="1596177"/>
          </a:xfrm>
        </p:spPr>
        <p:txBody>
          <a:bodyPr>
            <a:prstTxWarp prst="textChevronInverted">
              <a:avLst/>
            </a:prstTxWarp>
            <a:normAutofit/>
          </a:bodyPr>
          <a:lstStyle/>
          <a:p>
            <a:r>
              <a:rPr lang="ru-RU" b="1" i="1" dirty="0" err="1" smtClean="0"/>
              <a:t>Мисал</a:t>
            </a:r>
            <a:r>
              <a:rPr lang="ru-RU" b="1" i="1" dirty="0" smtClean="0"/>
              <a:t>, </a:t>
            </a:r>
            <a:r>
              <a:rPr lang="ru-RU" b="1" i="1" dirty="0" err="1" smtClean="0"/>
              <a:t>маселе</a:t>
            </a:r>
            <a:r>
              <a:rPr lang="ru-RU" b="1" i="1" dirty="0" smtClean="0"/>
              <a:t> </a:t>
            </a:r>
            <a:r>
              <a:rPr lang="ru-RU" b="1" i="1" dirty="0" err="1" smtClean="0"/>
              <a:t>иштоо</a:t>
            </a:r>
            <a:r>
              <a:rPr lang="ru-RU" b="1" i="1" dirty="0" smtClean="0"/>
              <a:t>.</a:t>
            </a:r>
            <a:endParaRPr lang="ru-RU" b="1" i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067" y="3302577"/>
            <a:ext cx="5952259" cy="313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948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1143001" y="706582"/>
            <a:ext cx="1808017" cy="1205345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 smtClean="0"/>
              <a:t>№10</a:t>
            </a:r>
            <a:endParaRPr lang="ru-RU" sz="3200" b="1" dirty="0"/>
          </a:p>
        </p:txBody>
      </p:sp>
      <p:sp>
        <p:nvSpPr>
          <p:cNvPr id="11" name="Облако 10"/>
          <p:cNvSpPr/>
          <p:nvPr/>
        </p:nvSpPr>
        <p:spPr>
          <a:xfrm>
            <a:off x="2369127" y="2306783"/>
            <a:ext cx="3345875" cy="1537854"/>
          </a:xfrm>
          <a:prstGeom prst="cloud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800" b="1" dirty="0" smtClean="0">
                <a:solidFill>
                  <a:schemeClr val="tx1"/>
                </a:solidFill>
              </a:rPr>
              <a:t>38+15=?</a:t>
            </a:r>
            <a:endParaRPr lang="ru-RU" sz="2800" b="1" dirty="0">
              <a:solidFill>
                <a:schemeClr val="tx1"/>
              </a:solidFill>
            </a:endParaRPr>
          </a:p>
        </p:txBody>
      </p:sp>
      <p:sp>
        <p:nvSpPr>
          <p:cNvPr id="12" name="Облако 11"/>
          <p:cNvSpPr/>
          <p:nvPr/>
        </p:nvSpPr>
        <p:spPr>
          <a:xfrm>
            <a:off x="6878784" y="2306783"/>
            <a:ext cx="3325089" cy="1662543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 smtClean="0">
                <a:solidFill>
                  <a:schemeClr val="bg1"/>
                </a:solidFill>
              </a:rPr>
              <a:t>63-18=?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13" name="Облако 12"/>
          <p:cNvSpPr/>
          <p:nvPr/>
        </p:nvSpPr>
        <p:spPr>
          <a:xfrm>
            <a:off x="8624455" y="4353792"/>
            <a:ext cx="3567545" cy="1506681"/>
          </a:xfrm>
          <a:prstGeom prst="cloud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 smtClean="0">
                <a:solidFill>
                  <a:schemeClr val="tx1"/>
                </a:solidFill>
              </a:rPr>
              <a:t>55-34=?</a:t>
            </a:r>
            <a:endParaRPr lang="ru-RU" sz="2800" b="1" dirty="0">
              <a:solidFill>
                <a:schemeClr val="tx1"/>
              </a:solidFill>
            </a:endParaRPr>
          </a:p>
        </p:txBody>
      </p:sp>
      <p:sp>
        <p:nvSpPr>
          <p:cNvPr id="15" name="Облако 14"/>
          <p:cNvSpPr/>
          <p:nvPr/>
        </p:nvSpPr>
        <p:spPr>
          <a:xfrm>
            <a:off x="571499" y="4239493"/>
            <a:ext cx="3605646" cy="1620980"/>
          </a:xfrm>
          <a:prstGeom prst="cloud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 smtClean="0"/>
              <a:t>71+25=?</a:t>
            </a:r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465360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y-KG" sz="7200" b="1" dirty="0" smtClean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ЭС АЛУУ МҮНӨТҮ.</a:t>
            </a:r>
            <a:endParaRPr lang="ru-RU" sz="7200" b="1" dirty="0">
              <a:solidFill>
                <a:schemeClr val="accent6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49" y="2214695"/>
            <a:ext cx="8943975" cy="4271830"/>
          </a:xfrm>
        </p:spPr>
      </p:pic>
    </p:spTree>
    <p:extLst>
      <p:ext uri="{BB962C8B-B14F-4D97-AF65-F5344CB8AC3E}">
        <p14:creationId xmlns:p14="http://schemas.microsoft.com/office/powerpoint/2010/main" val="398556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/>
          <p:cNvSpPr/>
          <p:nvPr/>
        </p:nvSpPr>
        <p:spPr>
          <a:xfrm>
            <a:off x="1816580" y="328613"/>
            <a:ext cx="8443913" cy="6272212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Ордубуздан турабыз,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Алга колду сунабыз.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Мойнубузду бурабыз: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1, 2 деп оңго 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1, 2 деп солго.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1, 2 деп оңго,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1, 2 деп солго.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Беш манжалар биригет,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Ийинге барып илинет.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Бир, эки деп алдыга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Чыканактар жүгүнөт.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1, 2, 3. 4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1, 2, 3, 4.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Колубузда күч көп.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Эс алдырдык колдорду, 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Колдорубуз чак-чак-чак,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Буттарыбыз так-так-так,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Эми окуйбуз жакшылап.</a:t>
            </a:r>
          </a:p>
        </p:txBody>
      </p:sp>
    </p:spTree>
    <p:extLst>
      <p:ext uri="{BB962C8B-B14F-4D97-AF65-F5344CB8AC3E}">
        <p14:creationId xmlns:p14="http://schemas.microsoft.com/office/powerpoint/2010/main" val="3548008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Блок-схема: альтернативный процесс 4"/>
          <p:cNvSpPr/>
          <p:nvPr/>
        </p:nvSpPr>
        <p:spPr>
          <a:xfrm>
            <a:off x="1288472" y="748145"/>
            <a:ext cx="1849582" cy="1267691"/>
          </a:xfrm>
          <a:prstGeom prst="flowChartAlternateProcess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 smtClean="0">
                <a:solidFill>
                  <a:schemeClr val="tx1"/>
                </a:solidFill>
              </a:rPr>
              <a:t>№12</a:t>
            </a:r>
            <a:endParaRPr lang="ru-RU" sz="3600" b="1" dirty="0">
              <a:solidFill>
                <a:schemeClr val="tx1"/>
              </a:solidFill>
            </a:endParaRPr>
          </a:p>
        </p:txBody>
      </p:sp>
      <p:sp>
        <p:nvSpPr>
          <p:cNvPr id="6" name="Облако 5"/>
          <p:cNvSpPr/>
          <p:nvPr/>
        </p:nvSpPr>
        <p:spPr>
          <a:xfrm>
            <a:off x="163773" y="2015836"/>
            <a:ext cx="7068298" cy="4016474"/>
          </a:xfrm>
          <a:prstGeom prst="cloud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 smtClean="0">
                <a:solidFill>
                  <a:schemeClr val="tx1"/>
                </a:solidFill>
              </a:rPr>
              <a:t>Биздин </a:t>
            </a:r>
            <a:r>
              <a:rPr lang="ru-RU" sz="3200" b="1" dirty="0" err="1" smtClean="0">
                <a:solidFill>
                  <a:schemeClr val="tx1"/>
                </a:solidFill>
              </a:rPr>
              <a:t>мектептен</a:t>
            </a:r>
            <a:r>
              <a:rPr lang="ru-RU" sz="3200" b="1" dirty="0" smtClean="0">
                <a:solidFill>
                  <a:schemeClr val="tx1"/>
                </a:solidFill>
              </a:rPr>
              <a:t> 25 </a:t>
            </a:r>
            <a:r>
              <a:rPr lang="ru-RU" sz="3200" b="1" dirty="0" err="1" smtClean="0">
                <a:solidFill>
                  <a:schemeClr val="tx1"/>
                </a:solidFill>
              </a:rPr>
              <a:t>кыз</a:t>
            </a:r>
            <a:r>
              <a:rPr lang="ru-RU" sz="3200" b="1" dirty="0" smtClean="0">
                <a:solidFill>
                  <a:schemeClr val="tx1"/>
                </a:solidFill>
              </a:rPr>
              <a:t> </a:t>
            </a:r>
            <a:r>
              <a:rPr lang="ru-RU" sz="3200" b="1" dirty="0" err="1" smtClean="0">
                <a:solidFill>
                  <a:schemeClr val="tx1"/>
                </a:solidFill>
              </a:rPr>
              <a:t>жана</a:t>
            </a:r>
            <a:r>
              <a:rPr lang="ru-RU" sz="3200" b="1" dirty="0" smtClean="0">
                <a:solidFill>
                  <a:schemeClr val="tx1"/>
                </a:solidFill>
              </a:rPr>
              <a:t> 28 бала эс </a:t>
            </a:r>
            <a:r>
              <a:rPr lang="ru-RU" sz="3200" b="1" dirty="0" err="1" smtClean="0">
                <a:solidFill>
                  <a:schemeClr val="tx1"/>
                </a:solidFill>
              </a:rPr>
              <a:t>алуу</a:t>
            </a:r>
            <a:r>
              <a:rPr lang="ru-RU" sz="3200" b="1" dirty="0" smtClean="0">
                <a:solidFill>
                  <a:schemeClr val="tx1"/>
                </a:solidFill>
              </a:rPr>
              <a:t> </a:t>
            </a:r>
            <a:r>
              <a:rPr lang="ru-RU" sz="3200" b="1" dirty="0" err="1" smtClean="0">
                <a:solidFill>
                  <a:schemeClr val="tx1"/>
                </a:solidFill>
              </a:rPr>
              <a:t>лагеринде</a:t>
            </a:r>
            <a:r>
              <a:rPr lang="ru-RU" sz="3200" b="1" dirty="0" smtClean="0">
                <a:solidFill>
                  <a:schemeClr val="tx1"/>
                </a:solidFill>
              </a:rPr>
              <a:t> </a:t>
            </a:r>
            <a:r>
              <a:rPr lang="ru-RU" sz="3200" b="1" dirty="0" err="1" smtClean="0">
                <a:solidFill>
                  <a:schemeClr val="tx1"/>
                </a:solidFill>
              </a:rPr>
              <a:t>болушту</a:t>
            </a:r>
            <a:r>
              <a:rPr lang="ru-RU" sz="3200" b="1" dirty="0" smtClean="0">
                <a:solidFill>
                  <a:schemeClr val="tx1"/>
                </a:solidFill>
              </a:rPr>
              <a:t>. </a:t>
            </a:r>
            <a:r>
              <a:rPr lang="ru-RU" sz="3200" b="1" dirty="0" err="1" smtClean="0">
                <a:solidFill>
                  <a:schemeClr val="tx1"/>
                </a:solidFill>
              </a:rPr>
              <a:t>Лагерде</a:t>
            </a:r>
            <a:r>
              <a:rPr lang="ru-RU" sz="3200" b="1" dirty="0" smtClean="0">
                <a:solidFill>
                  <a:schemeClr val="tx1"/>
                </a:solidFill>
              </a:rPr>
              <a:t> </a:t>
            </a:r>
            <a:r>
              <a:rPr lang="ru-RU" sz="3200" b="1" dirty="0" err="1" smtClean="0">
                <a:solidFill>
                  <a:schemeClr val="tx1"/>
                </a:solidFill>
              </a:rPr>
              <a:t>бардыгы</a:t>
            </a:r>
            <a:r>
              <a:rPr lang="ru-RU" sz="3200" b="1" dirty="0" smtClean="0">
                <a:solidFill>
                  <a:schemeClr val="tx1"/>
                </a:solidFill>
              </a:rPr>
              <a:t> </a:t>
            </a:r>
            <a:r>
              <a:rPr lang="ru-RU" sz="3200" b="1" dirty="0" err="1" smtClean="0">
                <a:solidFill>
                  <a:schemeClr val="tx1"/>
                </a:solidFill>
              </a:rPr>
              <a:t>канча</a:t>
            </a:r>
            <a:r>
              <a:rPr lang="ru-RU" sz="3200" b="1" dirty="0" smtClean="0">
                <a:solidFill>
                  <a:schemeClr val="tx1"/>
                </a:solidFill>
              </a:rPr>
              <a:t> </a:t>
            </a:r>
            <a:r>
              <a:rPr lang="ru-RU" sz="3200" b="1" dirty="0" err="1" smtClean="0">
                <a:solidFill>
                  <a:schemeClr val="tx1"/>
                </a:solidFill>
              </a:rPr>
              <a:t>окуучу</a:t>
            </a:r>
            <a:r>
              <a:rPr lang="ru-RU" sz="3200" b="1" dirty="0" smtClean="0">
                <a:solidFill>
                  <a:schemeClr val="tx1"/>
                </a:solidFill>
              </a:rPr>
              <a:t> </a:t>
            </a:r>
            <a:r>
              <a:rPr lang="ru-RU" sz="3200" b="1" dirty="0" err="1" smtClean="0">
                <a:solidFill>
                  <a:schemeClr val="tx1"/>
                </a:solidFill>
              </a:rPr>
              <a:t>болгон</a:t>
            </a:r>
            <a:r>
              <a:rPr lang="ru-RU" sz="3200" b="1" dirty="0" smtClean="0">
                <a:solidFill>
                  <a:schemeClr val="tx1"/>
                </a:solidFill>
              </a:rPr>
              <a:t>? </a:t>
            </a:r>
            <a:r>
              <a:rPr lang="ru-RU" sz="3200" b="1" dirty="0" err="1" smtClean="0">
                <a:solidFill>
                  <a:schemeClr val="tx1"/>
                </a:solidFill>
              </a:rPr>
              <a:t>Дагы</a:t>
            </a:r>
            <a:r>
              <a:rPr lang="ru-RU" sz="3200" b="1" dirty="0" smtClean="0">
                <a:solidFill>
                  <a:schemeClr val="tx1"/>
                </a:solidFill>
              </a:rPr>
              <a:t> </a:t>
            </a:r>
            <a:r>
              <a:rPr lang="ru-RU" sz="3200" b="1" dirty="0" err="1" smtClean="0">
                <a:solidFill>
                  <a:schemeClr val="tx1"/>
                </a:solidFill>
              </a:rPr>
              <a:t>суроо</a:t>
            </a:r>
            <a:r>
              <a:rPr lang="ru-RU" sz="3200" b="1" dirty="0" smtClean="0">
                <a:solidFill>
                  <a:schemeClr val="tx1"/>
                </a:solidFill>
              </a:rPr>
              <a:t> кой.</a:t>
            </a:r>
            <a:endParaRPr lang="ru-RU" sz="3200" b="1" dirty="0">
              <a:solidFill>
                <a:schemeClr val="tx1"/>
              </a:solidFill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2071" y="1350818"/>
            <a:ext cx="3823855" cy="4946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228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Блок-схема: альтернативный процесс 3"/>
          <p:cNvSpPr/>
          <p:nvPr/>
        </p:nvSpPr>
        <p:spPr>
          <a:xfrm>
            <a:off x="1246909" y="665018"/>
            <a:ext cx="1662546" cy="1122218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 smtClean="0"/>
              <a:t>№13</a:t>
            </a:r>
            <a:endParaRPr lang="ru-RU" sz="36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98763" y="2680854"/>
            <a:ext cx="10972800" cy="2078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155863" y="2410687"/>
            <a:ext cx="706582" cy="72217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 smtClean="0">
                <a:solidFill>
                  <a:schemeClr val="tx1"/>
                </a:solidFill>
              </a:rPr>
              <a:t>А</a:t>
            </a:r>
            <a:endParaRPr lang="ru-RU" sz="3600" b="1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11211790" y="2410686"/>
            <a:ext cx="779319" cy="72217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 smtClean="0">
                <a:solidFill>
                  <a:schemeClr val="tx1"/>
                </a:solidFill>
              </a:rPr>
              <a:t>В</a:t>
            </a:r>
            <a:endParaRPr lang="ru-RU" sz="3600" b="1" dirty="0">
              <a:solidFill>
                <a:schemeClr val="tx1"/>
              </a:solidFill>
            </a:endParaRPr>
          </a:p>
        </p:txBody>
      </p:sp>
      <p:sp>
        <p:nvSpPr>
          <p:cNvPr id="8" name="Овальная выноска 7"/>
          <p:cNvSpPr/>
          <p:nvPr/>
        </p:nvSpPr>
        <p:spPr>
          <a:xfrm>
            <a:off x="2078182" y="3595254"/>
            <a:ext cx="6816436" cy="2493818"/>
          </a:xfrm>
          <a:prstGeom prst="wedgeEllipseCallou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800" b="1" dirty="0" smtClean="0">
                <a:solidFill>
                  <a:srgbClr val="FF0000"/>
                </a:solidFill>
              </a:rPr>
              <a:t>12 см </a:t>
            </a:r>
            <a:r>
              <a:rPr lang="ru-RU" sz="2800" b="1" dirty="0" err="1" smtClean="0">
                <a:solidFill>
                  <a:srgbClr val="FF0000"/>
                </a:solidFill>
              </a:rPr>
              <a:t>узундуктагы</a:t>
            </a:r>
            <a:r>
              <a:rPr lang="ru-RU" sz="2800" b="1" dirty="0" smtClean="0">
                <a:solidFill>
                  <a:srgbClr val="FF0000"/>
                </a:solidFill>
              </a:rPr>
              <a:t> </a:t>
            </a:r>
            <a:r>
              <a:rPr lang="ru-RU" sz="2800" b="1" dirty="0" err="1" smtClean="0">
                <a:solidFill>
                  <a:srgbClr val="FF0000"/>
                </a:solidFill>
              </a:rPr>
              <a:t>кесиндини</a:t>
            </a:r>
            <a:r>
              <a:rPr lang="ru-RU" sz="2800" b="1" dirty="0" smtClean="0">
                <a:solidFill>
                  <a:srgbClr val="FF0000"/>
                </a:solidFill>
              </a:rPr>
              <a:t> чий. </a:t>
            </a:r>
            <a:r>
              <a:rPr lang="ru-RU" sz="2800" b="1" dirty="0" err="1" smtClean="0">
                <a:solidFill>
                  <a:srgbClr val="FF0000"/>
                </a:solidFill>
              </a:rPr>
              <a:t>Анда</a:t>
            </a:r>
            <a:r>
              <a:rPr lang="ru-RU" sz="2800" b="1" dirty="0" smtClean="0">
                <a:solidFill>
                  <a:srgbClr val="FF0000"/>
                </a:solidFill>
              </a:rPr>
              <a:t> </a:t>
            </a:r>
            <a:r>
              <a:rPr lang="ru-RU" sz="2800" b="1" dirty="0" err="1" smtClean="0">
                <a:solidFill>
                  <a:srgbClr val="FF0000"/>
                </a:solidFill>
              </a:rPr>
              <a:t>канча</a:t>
            </a:r>
            <a:r>
              <a:rPr lang="ru-RU" sz="2800" b="1" dirty="0" smtClean="0">
                <a:solidFill>
                  <a:srgbClr val="FF0000"/>
                </a:solidFill>
              </a:rPr>
              <a:t> дециметр, сантиметр</a:t>
            </a:r>
            <a:r>
              <a:rPr lang="ru-RU" sz="2800" b="1" dirty="0">
                <a:solidFill>
                  <a:srgbClr val="FF0000"/>
                </a:solidFill>
              </a:rPr>
              <a:t> </a:t>
            </a:r>
            <a:r>
              <a:rPr lang="ru-RU" sz="2800" b="1" dirty="0" smtClean="0">
                <a:solidFill>
                  <a:srgbClr val="FF0000"/>
                </a:solidFill>
              </a:rPr>
              <a:t>бар? </a:t>
            </a:r>
            <a:endParaRPr lang="ru-RU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616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prstTxWarp prst="textCanUp">
              <a:avLst/>
            </a:prstTxWarp>
          </a:bodyPr>
          <a:lstStyle/>
          <a:p>
            <a:r>
              <a:rPr lang="ky-KG" dirty="0" smtClean="0">
                <a:solidFill>
                  <a:schemeClr val="accent1">
                    <a:lumMod val="75000"/>
                  </a:schemeClr>
                </a:solidFill>
              </a:rPr>
              <a:t>Үй тапшырма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Блок-схема: альтернативный процесс 4"/>
          <p:cNvSpPr/>
          <p:nvPr/>
        </p:nvSpPr>
        <p:spPr>
          <a:xfrm>
            <a:off x="7564582" y="3262745"/>
            <a:ext cx="3034145" cy="1704109"/>
          </a:xfrm>
          <a:prstGeom prst="flowChartAlternateProcess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 smtClean="0">
                <a:solidFill>
                  <a:srgbClr val="FF0000"/>
                </a:solidFill>
              </a:rPr>
              <a:t>№14</a:t>
            </a:r>
          </a:p>
          <a:p>
            <a:pPr algn="ctr"/>
            <a:r>
              <a:rPr lang="ru-RU" sz="3600" b="1" dirty="0" smtClean="0">
                <a:solidFill>
                  <a:srgbClr val="FF0000"/>
                </a:solidFill>
              </a:rPr>
              <a:t>№15</a:t>
            </a:r>
            <a:endParaRPr lang="ru-RU" sz="3600" b="1" dirty="0">
              <a:solidFill>
                <a:srgbClr val="FF0000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068" y="2214694"/>
            <a:ext cx="51435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572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75" y="2773363"/>
            <a:ext cx="3942905" cy="342423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200" y="2773363"/>
            <a:ext cx="4319270" cy="346821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Скругленный прямоугольник 5"/>
          <p:cNvSpPr/>
          <p:nvPr/>
        </p:nvSpPr>
        <p:spPr>
          <a:xfrm>
            <a:off x="3053915" y="447040"/>
            <a:ext cx="5262880" cy="178816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600" b="1" dirty="0" err="1" smtClean="0">
                <a:solidFill>
                  <a:srgbClr val="FF0000"/>
                </a:solidFill>
              </a:rPr>
              <a:t>Баалоо</a:t>
            </a:r>
            <a:r>
              <a:rPr lang="ru-RU" sz="9600" b="1" dirty="0" smtClean="0">
                <a:solidFill>
                  <a:srgbClr val="FF0000"/>
                </a:solidFill>
              </a:rPr>
              <a:t>:</a:t>
            </a:r>
            <a:endParaRPr lang="ru-RU" sz="9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25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Капля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Капля</Template>
  <TotalTime>327</TotalTime>
  <Words>185</Words>
  <Application>Microsoft Office PowerPoint</Application>
  <PresentationFormat>Широкоэкранный</PresentationFormat>
  <Paragraphs>47</Paragraphs>
  <Slides>12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Arial</vt:lpstr>
      <vt:lpstr>Bookman Old Style</vt:lpstr>
      <vt:lpstr>Calibri</vt:lpstr>
      <vt:lpstr>Cambria</vt:lpstr>
      <vt:lpstr>Cambria Math</vt:lpstr>
      <vt:lpstr>Tw Cen MT</vt:lpstr>
      <vt:lpstr>Капля</vt:lpstr>
      <vt:lpstr>Математика сабагы.</vt:lpstr>
      <vt:lpstr>Жагымдуу маанай.</vt:lpstr>
      <vt:lpstr>Алтын эреже.</vt:lpstr>
      <vt:lpstr>Презентация PowerPoint</vt:lpstr>
      <vt:lpstr>Мисал, маселе иштоо.</vt:lpstr>
      <vt:lpstr>Презентация PowerPoint</vt:lpstr>
      <vt:lpstr>ЭС АЛУУ МҮНӨТҮ.</vt:lpstr>
      <vt:lpstr>Презентация PowerPoint</vt:lpstr>
      <vt:lpstr>Презентация PowerPoint</vt:lpstr>
      <vt:lpstr>Презентация PowerPoint</vt:lpstr>
      <vt:lpstr>Үй тапшырма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Windows</dc:creator>
  <cp:lastModifiedBy>Фарида</cp:lastModifiedBy>
  <cp:revision>50</cp:revision>
  <dcterms:created xsi:type="dcterms:W3CDTF">2019-02-27T08:26:17Z</dcterms:created>
  <dcterms:modified xsi:type="dcterms:W3CDTF">2020-06-14T08:10:28Z</dcterms:modified>
</cp:coreProperties>
</file>