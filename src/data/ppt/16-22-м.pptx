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8" r:id="rId3"/>
    <p:sldMasterId id="2147483696" r:id="rId4"/>
  </p:sldMasterIdLst>
  <p:sldIdLst>
    <p:sldId id="258" r:id="rId5"/>
    <p:sldId id="260" r:id="rId6"/>
    <p:sldId id="259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11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85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96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334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39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76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74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83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52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58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966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981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224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31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2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84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439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46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970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5901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814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931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909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2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5180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925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836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493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1473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0440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229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105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358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0489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78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0877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3626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737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06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399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979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3010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444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867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8915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12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705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4729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705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5935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243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565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86752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4887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135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9067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531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759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solidFill>
                  <a:prstClr val="black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8000" dirty="0">
                <a:solidFill>
                  <a:prstClr val="black"/>
                </a:solidFill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55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1723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7023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54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EA13-559A-4A0C-86DC-9ED23C5D766C}" type="datetimeFigureOut">
              <a:rPr lang="ru-RU" smtClean="0"/>
              <a:t>28.06.2019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7D4FC-C9B0-4D6E-91ED-113B49E83E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31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4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8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729E50E-1B19-49B9-A23D-CDB620C5EAC2}" type="datetimeFigureOut">
              <a:rPr lang="ru-RU" smtClean="0">
                <a:solidFill>
                  <a:prstClr val="black"/>
                </a:solidFill>
              </a:rPr>
              <a:pPr/>
              <a:t>28.06.2019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68E1AD-6E21-44A7-B046-E2760B0B9A58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686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2374901" y="2235200"/>
            <a:ext cx="7467600" cy="218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b="1" dirty="0" smtClean="0">
                <a:solidFill>
                  <a:srgbClr val="3A3128"/>
                </a:solidFill>
                <a:cs typeface="Traditional Arabic" panose="02020603050405020304" pitchFamily="18" charset="-78"/>
              </a:rPr>
              <a:t>МАТЕМАТИКА</a:t>
            </a:r>
          </a:p>
          <a:p>
            <a:r>
              <a:rPr lang="ru-RU" sz="6600" b="1" dirty="0" smtClean="0">
                <a:solidFill>
                  <a:srgbClr val="3A3128"/>
                </a:solidFill>
                <a:cs typeface="Traditional Arabic" panose="02020603050405020304" pitchFamily="18" charset="-78"/>
              </a:rPr>
              <a:t>16-22-мисал</a:t>
            </a:r>
            <a:r>
              <a:rPr lang="ru-RU" sz="6600" b="1" dirty="0" smtClean="0">
                <a:solidFill>
                  <a:srgbClr val="3A3128"/>
                </a:solidFill>
              </a:rPr>
              <a:t> </a:t>
            </a:r>
            <a:endParaRPr lang="ru-RU" sz="6600" b="1" dirty="0">
              <a:solidFill>
                <a:srgbClr val="3A31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55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28700" y="2190750"/>
            <a:ext cx="100203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2235" t="28645" r="31357" b="27084"/>
          <a:stretch/>
        </p:blipFill>
        <p:spPr>
          <a:xfrm>
            <a:off x="1339028" y="626600"/>
            <a:ext cx="8178800" cy="55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4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028700" y="2190750"/>
            <a:ext cx="100203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2" t="11229" r="5503" b="5058"/>
          <a:stretch/>
        </p:blipFill>
        <p:spPr>
          <a:xfrm>
            <a:off x="869950" y="1392019"/>
            <a:ext cx="3302000" cy="44977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47"/>
          <a:stretch/>
        </p:blipFill>
        <p:spPr>
          <a:xfrm rot="6688700">
            <a:off x="2906991" y="-423460"/>
            <a:ext cx="8292404" cy="6920294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 rot="19294335">
            <a:off x="4701780" y="3449453"/>
            <a:ext cx="6521462" cy="1062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prstClr val="black"/>
                </a:solidFill>
                <a:latin typeface="Impact" panose="020B0806030902050204" pitchFamily="34" charset="0"/>
              </a:rPr>
              <a:t>50-30; 70-67; 33+2; 91-90</a:t>
            </a:r>
            <a:endParaRPr lang="ru-RU" sz="4000" b="1" dirty="0">
              <a:solidFill>
                <a:prstClr val="black"/>
              </a:solidFill>
              <a:latin typeface="Impact" panose="020B0806030902050204" pitchFamily="3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626600" y="5168900"/>
            <a:ext cx="1422400" cy="965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9681699" y="5253047"/>
            <a:ext cx="1312202" cy="7969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09115" y="888642"/>
            <a:ext cx="3477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rgbClr val="FF0000"/>
                </a:solidFill>
              </a:rPr>
              <a:t>Тез </a:t>
            </a:r>
            <a:r>
              <a:rPr lang="ru-RU" sz="4000" dirty="0" err="1" smtClean="0">
                <a:solidFill>
                  <a:srgbClr val="FF0000"/>
                </a:solidFill>
              </a:rPr>
              <a:t>эсепте</a:t>
            </a:r>
            <a:endParaRPr lang="ru-R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7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365125"/>
            <a:ext cx="10515599" cy="63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86025" y="3600450"/>
            <a:ext cx="3257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21, 22</a:t>
            </a:r>
            <a:r>
              <a:rPr lang="ky-KG" sz="32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-мисал</a:t>
            </a:r>
            <a:endParaRPr lang="ru-RU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66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1_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4.xml><?xml version="1.0" encoding="utf-8"?>
<a:theme xmlns:a="http://schemas.openxmlformats.org/drawingml/2006/main" name="2_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14</Words>
  <Application>Microsoft Office PowerPoint</Application>
  <PresentationFormat>Широкоэкранный</PresentationFormat>
  <Paragraphs>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4</vt:i4>
      </vt:variant>
    </vt:vector>
  </HeadingPairs>
  <TitlesOfParts>
    <vt:vector size="15" baseType="lpstr">
      <vt:lpstr>Arial</vt:lpstr>
      <vt:lpstr>Calibri</vt:lpstr>
      <vt:lpstr>Calibri Light</vt:lpstr>
      <vt:lpstr>Garamond</vt:lpstr>
      <vt:lpstr>Impact</vt:lpstr>
      <vt:lpstr>Times New Roman</vt:lpstr>
      <vt:lpstr>Traditional Arabic</vt:lpstr>
      <vt:lpstr>Тема Office</vt:lpstr>
      <vt:lpstr>Натуральные материалы</vt:lpstr>
      <vt:lpstr>1_Натуральные материалы</vt:lpstr>
      <vt:lpstr>2_Натуральные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Фарида</dc:creator>
  <cp:lastModifiedBy>Фарида</cp:lastModifiedBy>
  <cp:revision>6</cp:revision>
  <dcterms:created xsi:type="dcterms:W3CDTF">2019-02-09T06:29:36Z</dcterms:created>
  <dcterms:modified xsi:type="dcterms:W3CDTF">2019-06-28T08:30:19Z</dcterms:modified>
</cp:coreProperties>
</file>