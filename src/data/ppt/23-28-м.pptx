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702" r:id="rId5"/>
  </p:sldMasterIdLst>
  <p:sldIdLst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7745-0697-4772-BFDD-4231816B6C3A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94630-3E4D-4F8B-B446-8F0369A17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887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7745-0697-4772-BFDD-4231816B6C3A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94630-3E4D-4F8B-B446-8F0369A17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899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7745-0697-4772-BFDD-4231816B6C3A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94630-3E4D-4F8B-B446-8F0369A17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893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7745-0697-4772-BFDD-4231816B6C3A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94630-3E4D-4F8B-B446-8F0369A17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039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7745-0697-4772-BFDD-4231816B6C3A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94630-3E4D-4F8B-B446-8F0369A17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84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7745-0697-4772-BFDD-4231816B6C3A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94630-3E4D-4F8B-B446-8F0369A17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170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7745-0697-4772-BFDD-4231816B6C3A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94630-3E4D-4F8B-B446-8F0369A17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90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7745-0697-4772-BFDD-4231816B6C3A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94630-3E4D-4F8B-B446-8F0369A17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32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7745-0697-4772-BFDD-4231816B6C3A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94630-3E4D-4F8B-B446-8F0369A17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5605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7745-0697-4772-BFDD-4231816B6C3A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94630-3E4D-4F8B-B446-8F0369A17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779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7745-0697-4772-BFDD-4231816B6C3A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94630-3E4D-4F8B-B446-8F0369A17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358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84ED-6FD6-4B90-9E28-6D6816FC60E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1AAE-0D0B-4745-BC9C-949E4B32EC0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995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84ED-6FD6-4B90-9E28-6D6816FC60E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1AAE-0D0B-4745-BC9C-949E4B32EC0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994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84ED-6FD6-4B90-9E28-6D6816FC60E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1AAE-0D0B-4745-BC9C-949E4B32EC0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9977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84ED-6FD6-4B90-9E28-6D6816FC60E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1AAE-0D0B-4745-BC9C-949E4B32EC0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903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84ED-6FD6-4B90-9E28-6D6816FC60E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1AAE-0D0B-4745-BC9C-949E4B32EC0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806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84ED-6FD6-4B90-9E28-6D6816FC60E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1AAE-0D0B-4745-BC9C-949E4B32EC0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8482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84ED-6FD6-4B90-9E28-6D6816FC60E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1AAE-0D0B-4745-BC9C-949E4B32EC0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5593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84ED-6FD6-4B90-9E28-6D6816FC60E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1AAE-0D0B-4745-BC9C-949E4B32EC0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5065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84ED-6FD6-4B90-9E28-6D6816FC60E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1AAE-0D0B-4745-BC9C-949E4B32EC0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638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84ED-6FD6-4B90-9E28-6D6816FC60E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1AAE-0D0B-4745-BC9C-949E4B32EC0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2840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84ED-6FD6-4B90-9E28-6D6816FC60E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1AAE-0D0B-4745-BC9C-949E4B32EC0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5078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EE62-C0AA-48CF-8054-04854AB2DDB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8A14-875C-4643-8607-0FC068A1491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7451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EE62-C0AA-48CF-8054-04854AB2DDB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8A14-875C-4643-8607-0FC068A1491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1052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EE62-C0AA-48CF-8054-04854AB2DDB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8A14-875C-4643-8607-0FC068A1491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5410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EE62-C0AA-48CF-8054-04854AB2DDB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8A14-875C-4643-8607-0FC068A1491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673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EE62-C0AA-48CF-8054-04854AB2DDB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8A14-875C-4643-8607-0FC068A1491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0959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EE62-C0AA-48CF-8054-04854AB2DDB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8A14-875C-4643-8607-0FC068A1491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1319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EE62-C0AA-48CF-8054-04854AB2DDB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8A14-875C-4643-8607-0FC068A1491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7449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EE62-C0AA-48CF-8054-04854AB2DDB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8A14-875C-4643-8607-0FC068A1491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991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EE62-C0AA-48CF-8054-04854AB2DDB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8A14-875C-4643-8607-0FC068A1491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2434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EE62-C0AA-48CF-8054-04854AB2DDB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8A14-875C-4643-8607-0FC068A1491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268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EE62-C0AA-48CF-8054-04854AB2DDB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8A14-875C-4643-8607-0FC068A1491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504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9264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9343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2241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2630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9676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2226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8428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0533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7764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947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7297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solidFill>
                  <a:prstClr val="black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8000" dirty="0">
                <a:solidFill>
                  <a:prstClr val="black"/>
                </a:solidFill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8518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8146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solidFill>
                  <a:prstClr val="black"/>
                </a:solidFill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8000" dirty="0">
                <a:solidFill>
                  <a:prstClr val="black"/>
                </a:solidFill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1667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23764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3738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3419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57216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05169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302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26894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55478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132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81888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1924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56097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91088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6735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solidFill>
                  <a:prstClr val="white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 defTabSz="457200"/>
            <a:r>
              <a:rPr lang="en-US" sz="8000" dirty="0">
                <a:solidFill>
                  <a:prstClr val="white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86537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1140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solidFill>
                  <a:prstClr val="white"/>
                </a:solidFill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 defTabSz="457200"/>
            <a:r>
              <a:rPr lang="en-US" sz="8000" dirty="0">
                <a:solidFill>
                  <a:prstClr val="white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946842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96034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35517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191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17745-0697-4772-BFDD-4231816B6C3A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94630-3E4D-4F8B-B446-8F0369A17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328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884ED-6FD6-4B90-9E28-6D6816FC60E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21AAE-0D0B-4745-BC9C-949E4B32EC0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13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EEE62-C0AA-48CF-8054-04854AB2DDB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38A14-875C-4643-8607-0FC068A1491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25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161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defTabSz="457200"/>
            <a:fld id="{B61BEF0D-F0BB-DE4B-95CE-6DB70DBA9567}" type="datetimeFigureOut">
              <a:rPr lang="en-US" smtClean="0">
                <a:solidFill>
                  <a:srgbClr val="AD2E03">
                    <a:lumMod val="50000"/>
                  </a:srgbClr>
                </a:solidFill>
              </a:rPr>
              <a:pPr defTabSz="457200"/>
              <a:t>6/28/2019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defTabSz="457200"/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defTabSz="457200"/>
            <a:fld id="{D57F1E4F-1CFF-5643-939E-217C01CDF565}" type="slidenum">
              <a:rPr lang="en-US" smtClean="0">
                <a:solidFill>
                  <a:srgbClr val="AD2E03">
                    <a:lumMod val="50000"/>
                  </a:srgbClr>
                </a:solidFill>
              </a:rPr>
              <a:pPr defTabSz="457200"/>
              <a:t>‹#›</a:t>
            </a:fld>
            <a:endParaRPr lang="en-US" dirty="0">
              <a:solidFill>
                <a:srgbClr val="AD2E03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9432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365125"/>
            <a:ext cx="10668000" cy="62797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47582" y="1660965"/>
            <a:ext cx="82968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9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Математика</a:t>
            </a:r>
            <a:endParaRPr lang="ru-RU" sz="9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3119717" y="2984405"/>
            <a:ext cx="63739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9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3-класс</a:t>
            </a:r>
            <a:endParaRPr lang="ru-RU" sz="9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815" y="978794"/>
            <a:ext cx="4919730" cy="446896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699406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927" y="-13447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953491" y="1210614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5400" b="1" dirty="0" smtClean="0">
                <a:ln w="12700">
                  <a:solidFill>
                    <a:srgbClr val="5B9BD5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rgbClr val="5B9BD5"/>
                  </a:outerShdw>
                </a:effectLst>
              </a:rPr>
              <a:t>№</a:t>
            </a:r>
            <a:r>
              <a:rPr lang="ky-KG" sz="5400" b="1" dirty="0" smtClean="0">
                <a:ln w="12700">
                  <a:solidFill>
                    <a:srgbClr val="5B9BD5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rgbClr val="5B9BD5"/>
                  </a:outerShdw>
                </a:effectLst>
              </a:rPr>
              <a:t>23</a:t>
            </a:r>
            <a:r>
              <a:rPr lang="ky-KG" sz="5400" b="1" dirty="0" smtClean="0">
                <a:ln w="12700">
                  <a:solidFill>
                    <a:srgbClr val="5B9BD5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rgbClr val="5B9BD5"/>
                  </a:outerShdw>
                </a:effectLst>
              </a:rPr>
              <a:t>-28-мисал</a:t>
            </a:r>
            <a:r>
              <a:rPr lang="ky-KG" sz="5400" b="1" dirty="0" smtClean="0">
                <a:ln w="12700">
                  <a:solidFill>
                    <a:srgbClr val="5B9BD5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rgbClr val="5B9BD5"/>
                  </a:outerShdw>
                </a:effectLst>
              </a:rPr>
              <a:t>, маселе</a:t>
            </a:r>
            <a:endParaRPr lang="ru-RU" sz="5400" b="1" dirty="0">
              <a:ln w="12700">
                <a:solidFill>
                  <a:srgbClr val="5B9BD5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rgbClr val="5B9BD5"/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47366" y="2259106"/>
            <a:ext cx="7449670" cy="75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Bef>
                <a:spcPts val="200"/>
              </a:spcBef>
              <a:spcAft>
                <a:spcPts val="800"/>
              </a:spcAft>
            </a:pPr>
            <a:r>
              <a:rPr lang="ky-KG" sz="2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Билим берүүчүлүк:</a:t>
            </a:r>
            <a:r>
              <a:rPr lang="ky-KG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Окуучулар </a:t>
            </a:r>
            <a:r>
              <a:rPr lang="ky-KG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үч орундуу сандардын</a:t>
            </a:r>
            <a:r>
              <a:rPr lang="ky-KG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разряддарын </a:t>
            </a:r>
            <a:r>
              <a:rPr lang="ky-KG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билишет.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4941" y="3227294"/>
            <a:ext cx="7221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Өнүктүрүүчүлүк: </a:t>
            </a:r>
            <a:r>
              <a:rPr lang="ky-KG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Маселе чыгаруу ыкмаларын өркүндөтүшөт.</a:t>
            </a:r>
            <a:endParaRPr lang="ru-R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3106271" y="3993776"/>
            <a:ext cx="5983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Тарбия берүүчүлүк: </a:t>
            </a:r>
            <a:r>
              <a:rPr lang="ky-KG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Сандарды сулуу, таза жазууга үйрѳнүшѳт.  Ой жүгүртүүсүн өөрчүтөт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2594219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43099" y="4424082"/>
            <a:ext cx="806824" cy="766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943099" y="739589"/>
            <a:ext cx="806824" cy="766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5530102" y="356348"/>
            <a:ext cx="793377" cy="766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92D05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48017" y="2507877"/>
            <a:ext cx="806824" cy="766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9096935" y="699248"/>
            <a:ext cx="806824" cy="847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715001" y="5177116"/>
            <a:ext cx="806824" cy="779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9103658" y="4329952"/>
            <a:ext cx="806824" cy="847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0145806" y="2420470"/>
            <a:ext cx="806824" cy="900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4894729" y="2810434"/>
            <a:ext cx="2111189" cy="10219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>
            <a:stCxn id="4" idx="2"/>
            <a:endCxn id="10" idx="0"/>
          </p:cNvCxnSpPr>
          <p:nvPr/>
        </p:nvCxnSpPr>
        <p:spPr>
          <a:xfrm>
            <a:off x="5926791" y="1122830"/>
            <a:ext cx="23533" cy="1687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H="1">
            <a:off x="7005918" y="1506071"/>
            <a:ext cx="2097740" cy="1304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>
            <a:stCxn id="9" idx="1"/>
          </p:cNvCxnSpPr>
          <p:nvPr/>
        </p:nvCxnSpPr>
        <p:spPr>
          <a:xfrm flipH="1">
            <a:off x="6982386" y="2870947"/>
            <a:ext cx="3163420" cy="289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H="1" flipV="1">
            <a:off x="7005918" y="3832411"/>
            <a:ext cx="2097740" cy="527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7" idx="0"/>
          </p:cNvCxnSpPr>
          <p:nvPr/>
        </p:nvCxnSpPr>
        <p:spPr>
          <a:xfrm flipV="1">
            <a:off x="6118413" y="3832411"/>
            <a:ext cx="0" cy="1344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flipV="1">
            <a:off x="2749923" y="3832411"/>
            <a:ext cx="2144806" cy="59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endCxn id="10" idx="1"/>
          </p:cNvCxnSpPr>
          <p:nvPr/>
        </p:nvCxnSpPr>
        <p:spPr>
          <a:xfrm>
            <a:off x="1754841" y="3274360"/>
            <a:ext cx="3139888" cy="4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>
            <a:off x="2749923" y="1506071"/>
            <a:ext cx="2144806" cy="1304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30102" y="2870948"/>
            <a:ext cx="11799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   </a:t>
            </a:r>
            <a:r>
              <a:rPr lang="ru-RU" sz="6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RU" sz="6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15001" y="356348"/>
            <a:ext cx="4034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27192" y="699249"/>
            <a:ext cx="783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RU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82786" y="2420470"/>
            <a:ext cx="642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 smtClean="0"/>
              <a:t>7</a:t>
            </a:r>
            <a:endParaRPr lang="ru-RU" sz="48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291918" y="4329953"/>
            <a:ext cx="363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50325" y="5190564"/>
            <a:ext cx="3731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 flipH="1">
            <a:off x="2114549" y="4424082"/>
            <a:ext cx="386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ru-RU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14550" y="699248"/>
            <a:ext cx="437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9468" y="2595282"/>
            <a:ext cx="5513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10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028700" y="2190750"/>
            <a:ext cx="100203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00" y="553792"/>
            <a:ext cx="9891623" cy="57853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Прямоугольник 4"/>
          <p:cNvSpPr/>
          <p:nvPr/>
        </p:nvSpPr>
        <p:spPr>
          <a:xfrm rot="739615">
            <a:off x="5498308" y="2691157"/>
            <a:ext cx="1918704" cy="618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 rot="718171">
            <a:off x="5461895" y="2660333"/>
            <a:ext cx="1870575" cy="6947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 smtClean="0">
                <a:solidFill>
                  <a:srgbClr val="FF0000"/>
                </a:solidFill>
                <a:latin typeface="Impact" panose="020B0806030902050204" pitchFamily="34" charset="0"/>
              </a:rPr>
              <a:t>141</a:t>
            </a:r>
            <a:endParaRPr lang="ru-RU" sz="4000" b="1" dirty="0">
              <a:solidFill>
                <a:srgbClr val="FF0000"/>
              </a:solidFill>
              <a:latin typeface="Impact" panose="020B0806030902050204" pitchFamily="34" charset="0"/>
            </a:endParaRPr>
          </a:p>
        </p:txBody>
      </p:sp>
      <p:sp>
        <p:nvSpPr>
          <p:cNvPr id="29" name="Прямоугольник 28"/>
          <p:cNvSpPr/>
          <p:nvPr/>
        </p:nvSpPr>
        <p:spPr>
          <a:xfrm rot="600701">
            <a:off x="2932275" y="4406563"/>
            <a:ext cx="1955276" cy="61834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rgbClr val="FFFF00"/>
              </a:solidFill>
            </a:endParaRPr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 rot="747517">
            <a:off x="2894130" y="4358318"/>
            <a:ext cx="1917689" cy="6947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y-KG" sz="4000" b="1" dirty="0" smtClean="0">
                <a:solidFill>
                  <a:prstClr val="white"/>
                </a:solidFill>
                <a:latin typeface="Impact" panose="020B0806030902050204" pitchFamily="34" charset="0"/>
              </a:rPr>
              <a:t>105</a:t>
            </a:r>
            <a:endParaRPr lang="ru-RU" sz="4000" b="1" dirty="0">
              <a:solidFill>
                <a:prstClr val="white"/>
              </a:solidFill>
              <a:latin typeface="Impact" panose="020B0806030902050204" pitchFamily="34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 rot="536079">
            <a:off x="7404045" y="5060953"/>
            <a:ext cx="1686247" cy="6183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2" name="Заголовок 1"/>
          <p:cNvSpPr txBox="1">
            <a:spLocks/>
          </p:cNvSpPr>
          <p:nvPr/>
        </p:nvSpPr>
        <p:spPr>
          <a:xfrm rot="526932">
            <a:off x="7315564" y="5085489"/>
            <a:ext cx="1966528" cy="6947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y-KG" sz="4000" b="1" dirty="0" smtClean="0">
                <a:solidFill>
                  <a:prstClr val="black"/>
                </a:solidFill>
                <a:latin typeface="Impact" panose="020B0806030902050204" pitchFamily="34" charset="0"/>
              </a:rPr>
              <a:t>500</a:t>
            </a:r>
            <a:endParaRPr lang="ru-RU" sz="4000" b="1" dirty="0">
              <a:solidFill>
                <a:prstClr val="black"/>
              </a:solidFill>
              <a:latin typeface="Impact" panose="020B0806030902050204" pitchFamily="34" charset="0"/>
            </a:endParaRPr>
          </a:p>
        </p:txBody>
      </p:sp>
      <p:sp>
        <p:nvSpPr>
          <p:cNvPr id="33" name="Прямоугольник 32"/>
          <p:cNvSpPr/>
          <p:nvPr/>
        </p:nvSpPr>
        <p:spPr>
          <a:xfrm rot="600701">
            <a:off x="5346058" y="5633073"/>
            <a:ext cx="1785949" cy="61834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4" name="Заголовок 1"/>
          <p:cNvSpPr txBox="1">
            <a:spLocks/>
          </p:cNvSpPr>
          <p:nvPr/>
        </p:nvSpPr>
        <p:spPr>
          <a:xfrm rot="443038">
            <a:off x="5304020" y="5536696"/>
            <a:ext cx="1983119" cy="696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 smtClean="0">
                <a:solidFill>
                  <a:prstClr val="white"/>
                </a:solidFill>
                <a:latin typeface="Impact" panose="020B0806030902050204" pitchFamily="34" charset="0"/>
              </a:rPr>
              <a:t>420</a:t>
            </a:r>
            <a:endParaRPr lang="ru-RU" sz="4000" b="1" dirty="0">
              <a:solidFill>
                <a:prstClr val="white"/>
              </a:solidFill>
              <a:latin typeface="Impact" panose="020B08060309020502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10865223" y="5168900"/>
            <a:ext cx="868254" cy="965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27" name="Заголовок 1"/>
          <p:cNvSpPr txBox="1">
            <a:spLocks/>
          </p:cNvSpPr>
          <p:nvPr/>
        </p:nvSpPr>
        <p:spPr>
          <a:xfrm>
            <a:off x="10030062" y="5253047"/>
            <a:ext cx="1312202" cy="7969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000" b="1" dirty="0">
              <a:solidFill>
                <a:prstClr val="white"/>
              </a:solidFill>
              <a:latin typeface="Impact" panose="020B080603090205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89823" y="1030310"/>
            <a:ext cx="4477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800" dirty="0" smtClean="0">
                <a:solidFill>
                  <a:srgbClr val="FF0000"/>
                </a:solidFill>
              </a:rPr>
              <a:t>  Сандардын разряддарын ата</a:t>
            </a:r>
            <a:endParaRPr lang="ru-RU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451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2275" y="991674"/>
            <a:ext cx="11127347" cy="5576552"/>
          </a:xfrm>
        </p:spPr>
        <p:txBody>
          <a:bodyPr>
            <a:prstTxWarp prst="textWave4">
              <a:avLst/>
            </a:prstTxWarp>
          </a:bodyPr>
          <a:lstStyle/>
          <a:p>
            <a:r>
              <a:rPr lang="ru-RU" b="1" cap="none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Ү</a:t>
            </a:r>
            <a:r>
              <a:rPr lang="ru-RU" b="1" cap="none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й</a:t>
            </a:r>
            <a:r>
              <a:rPr lang="ru-RU" b="1" cap="none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b="1" cap="none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тапшырма</a:t>
            </a:r>
            <a:endParaRPr lang="ru-RU" b="1" cap="none" dirty="0">
              <a:ln w="13462">
                <a:solidFill>
                  <a:schemeClr val="bg1"/>
                </a:solidFill>
                <a:prstDash val="solid"/>
              </a:ln>
              <a:solidFill>
                <a:srgbClr val="FFFF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188" y="376518"/>
            <a:ext cx="8175423" cy="615155"/>
          </a:xfrm>
        </p:spPr>
        <p:txBody>
          <a:bodyPr>
            <a:noAutofit/>
          </a:bodyPr>
          <a:lstStyle/>
          <a:p>
            <a:pPr algn="ctr"/>
            <a:r>
              <a:rPr lang="ru-RU" sz="6600" b="1" dirty="0" smtClean="0">
                <a:solidFill>
                  <a:srgbClr val="7030A0"/>
                </a:solidFill>
              </a:rPr>
              <a:t>№</a:t>
            </a:r>
            <a:r>
              <a:rPr lang="ru-RU" sz="6600" b="1" dirty="0" smtClean="0">
                <a:solidFill>
                  <a:srgbClr val="7030A0"/>
                </a:solidFill>
              </a:rPr>
              <a:t>27</a:t>
            </a:r>
            <a:r>
              <a:rPr lang="ru-RU" sz="6600" b="1" dirty="0" smtClean="0">
                <a:solidFill>
                  <a:srgbClr val="7030A0"/>
                </a:solidFill>
              </a:rPr>
              <a:t>, 28-мисал</a:t>
            </a:r>
            <a:endParaRPr lang="ru-RU" sz="66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7735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13000">
        <p15:prstTrans prst="fracture"/>
      </p:transition>
    </mc:Choice>
    <mc:Fallback xmlns="">
      <p:transition spd="slow" advClick="0" advTm="1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5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60</Words>
  <Application>Microsoft Office PowerPoint</Application>
  <PresentationFormat>Широкоэкранный</PresentationFormat>
  <Paragraphs>22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6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Garamond</vt:lpstr>
      <vt:lpstr>Impact</vt:lpstr>
      <vt:lpstr>Times New Roman</vt:lpstr>
      <vt:lpstr>Wingdings 3</vt:lpstr>
      <vt:lpstr>Тема Office</vt:lpstr>
      <vt:lpstr>1_Тема Office</vt:lpstr>
      <vt:lpstr>2_Тема Office</vt:lpstr>
      <vt:lpstr>Натуральные материалы</vt:lpstr>
      <vt:lpstr>Сектор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Үй тапшырма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Фарида</dc:creator>
  <cp:lastModifiedBy>Фарида</cp:lastModifiedBy>
  <cp:revision>8</cp:revision>
  <dcterms:created xsi:type="dcterms:W3CDTF">2019-02-09T07:35:05Z</dcterms:created>
  <dcterms:modified xsi:type="dcterms:W3CDTF">2019-06-28T08:41:15Z</dcterms:modified>
</cp:coreProperties>
</file>