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media/image10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696" r:id="rId3"/>
  </p:sldMasterIdLst>
  <p:sldIdLst>
    <p:sldId id="264" r:id="rId4"/>
    <p:sldId id="260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98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22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31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384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43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946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970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590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81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931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909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42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5180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925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836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3493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147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044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2229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3105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635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0489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1378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087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3626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8737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8064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39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97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301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8444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867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8915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125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705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4729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8705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5935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1243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3565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8675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4887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1350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9067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5531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759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6055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1723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7023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54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74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38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07.08.2024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686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y-KG" dirty="0" smtClean="0"/>
              <a:t>Өзүңдү текшер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021" y="2472744"/>
            <a:ext cx="6207616" cy="3477295"/>
          </a:xfrm>
        </p:spPr>
      </p:pic>
    </p:spTree>
    <p:extLst>
      <p:ext uri="{BB962C8B-B14F-4D97-AF65-F5344CB8AC3E}">
        <p14:creationId xmlns:p14="http://schemas.microsoft.com/office/powerpoint/2010/main" val="181042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28700" y="2190750"/>
            <a:ext cx="100203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32235" t="28645" r="31357" b="27084"/>
          <a:stretch/>
        </p:blipFill>
        <p:spPr>
          <a:xfrm>
            <a:off x="1339028" y="626600"/>
            <a:ext cx="8178800" cy="559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4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028700" y="2190750"/>
            <a:ext cx="100203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2" t="11229" r="5503" b="5058"/>
          <a:stretch/>
        </p:blipFill>
        <p:spPr>
          <a:xfrm>
            <a:off x="869950" y="1392019"/>
            <a:ext cx="3302000" cy="44977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47"/>
          <a:stretch/>
        </p:blipFill>
        <p:spPr>
          <a:xfrm rot="6688700">
            <a:off x="2906991" y="-423460"/>
            <a:ext cx="8292404" cy="6920294"/>
          </a:xfrm>
          <a:prstGeom prst="rect">
            <a:avLst/>
          </a:prstGeom>
        </p:spPr>
      </p:pic>
      <p:sp>
        <p:nvSpPr>
          <p:cNvPr id="10" name="Заголовок 1"/>
          <p:cNvSpPr txBox="1">
            <a:spLocks/>
          </p:cNvSpPr>
          <p:nvPr/>
        </p:nvSpPr>
        <p:spPr>
          <a:xfrm rot="19294335">
            <a:off x="4701780" y="3449453"/>
            <a:ext cx="6521462" cy="1062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 smtClean="0">
                <a:solidFill>
                  <a:prstClr val="black"/>
                </a:solidFill>
                <a:latin typeface="Impact" panose="020B0806030902050204" pitchFamily="34" charset="0"/>
              </a:rPr>
              <a:t>50-30; 70-67; 33+2; 91-90</a:t>
            </a:r>
            <a:endParaRPr lang="ru-RU" sz="4000" b="1" dirty="0">
              <a:solidFill>
                <a:prstClr val="black"/>
              </a:solidFill>
              <a:latin typeface="Impact" panose="020B0806030902050204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9626600" y="5168900"/>
            <a:ext cx="1422400" cy="965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9681699" y="5253047"/>
            <a:ext cx="1312202" cy="7969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prstClr val="white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6755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1_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2_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</Words>
  <Application>Microsoft Office PowerPoint</Application>
  <PresentationFormat>Широкоэкранный</PresentationFormat>
  <Paragraphs>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Garamond</vt:lpstr>
      <vt:lpstr>Impact</vt:lpstr>
      <vt:lpstr>Натуральные материалы</vt:lpstr>
      <vt:lpstr>1_Натуральные материалы</vt:lpstr>
      <vt:lpstr>2_Натуральные материалы</vt:lpstr>
      <vt:lpstr>Өзүңдү текшер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Фарида</dc:creator>
  <cp:lastModifiedBy>Пользователь</cp:lastModifiedBy>
  <cp:revision>8</cp:revision>
  <dcterms:created xsi:type="dcterms:W3CDTF">2019-02-09T06:29:36Z</dcterms:created>
  <dcterms:modified xsi:type="dcterms:W3CDTF">2024-08-07T09:20:20Z</dcterms:modified>
</cp:coreProperties>
</file>