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  <p:sldMasterId id="2147483724" r:id="rId2"/>
    <p:sldMasterId id="2147483736" r:id="rId3"/>
  </p:sldMasterIdLst>
  <p:sldIdLst>
    <p:sldId id="260" r:id="rId4"/>
    <p:sldId id="259" r:id="rId5"/>
    <p:sldId id="263" r:id="rId6"/>
    <p:sldId id="261" r:id="rId7"/>
    <p:sldId id="258" r:id="rId8"/>
    <p:sldId id="26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FEB2-3371-423D-8FA1-6A86335AFA3D}" type="datetimeFigureOut">
              <a:rPr lang="ru-RU" smtClean="0"/>
              <a:t>17.07.2019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144-58D5-4F3E-B44B-41364FF445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216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FEB2-3371-423D-8FA1-6A86335AFA3D}" type="datetimeFigureOut">
              <a:rPr lang="ru-RU" smtClean="0"/>
              <a:t>17.07.2019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144-58D5-4F3E-B44B-41364FF445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1168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FEB2-3371-423D-8FA1-6A86335AFA3D}" type="datetimeFigureOut">
              <a:rPr lang="ru-RU" smtClean="0"/>
              <a:t>17.07.2019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144-58D5-4F3E-B44B-41364FF445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686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FEB2-3371-423D-8FA1-6A86335AFA3D}" type="datetimeFigureOut">
              <a:rPr lang="ru-RU" smtClean="0"/>
              <a:t>17.07.2019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144-58D5-4F3E-B44B-41364FF445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87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FEB2-3371-423D-8FA1-6A86335AFA3D}" type="datetimeFigureOut">
              <a:rPr lang="ru-RU" smtClean="0"/>
              <a:t>17.07.2019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144-58D5-4F3E-B44B-41364FF445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886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FEB2-3371-423D-8FA1-6A86335AFA3D}" type="datetimeFigureOut">
              <a:rPr lang="ru-RU" smtClean="0"/>
              <a:t>17.07.2019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144-58D5-4F3E-B44B-41364FF445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483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FEB2-3371-423D-8FA1-6A86335AFA3D}" type="datetimeFigureOut">
              <a:rPr lang="ru-RU" smtClean="0"/>
              <a:t>17.07.2019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144-58D5-4F3E-B44B-41364FF445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466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FEB2-3371-423D-8FA1-6A86335AFA3D}" type="datetimeFigureOut">
              <a:rPr lang="ru-RU" smtClean="0"/>
              <a:t>17.07.2019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144-58D5-4F3E-B44B-41364FF445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134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FEB2-3371-423D-8FA1-6A86335AFA3D}" type="datetimeFigureOut">
              <a:rPr lang="ru-RU" smtClean="0"/>
              <a:t>17.07.2019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144-58D5-4F3E-B44B-41364FF445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0222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FEB2-3371-423D-8FA1-6A86335AFA3D}" type="datetimeFigureOut">
              <a:rPr lang="ru-RU" smtClean="0"/>
              <a:t>17.07.2019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144-58D5-4F3E-B44B-41364FF445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468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FEB2-3371-423D-8FA1-6A86335AFA3D}" type="datetimeFigureOut">
              <a:rPr lang="ru-RU" smtClean="0"/>
              <a:t>17.07.2019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144-58D5-4F3E-B44B-41364FF445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733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9AB87-44EC-436F-A7BA-D5405EAA469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17.07.2019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9BA66-AE3D-4B4C-9AE9-2AB5BC6B7D1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3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9AB87-44EC-436F-A7BA-D5405EAA469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17.07.2019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9BA66-AE3D-4B4C-9AE9-2AB5BC6B7D1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946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9AB87-44EC-436F-A7BA-D5405EAA469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17.07.2019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9BA66-AE3D-4B4C-9AE9-2AB5BC6B7D1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996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9AB87-44EC-436F-A7BA-D5405EAA469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17.07.2019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9BA66-AE3D-4B4C-9AE9-2AB5BC6B7D1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473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9AB87-44EC-436F-A7BA-D5405EAA469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17.07.2019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9BA66-AE3D-4B4C-9AE9-2AB5BC6B7D1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9352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9AB87-44EC-436F-A7BA-D5405EAA469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17.07.2019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9BA66-AE3D-4B4C-9AE9-2AB5BC6B7D1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1494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9AB87-44EC-436F-A7BA-D5405EAA469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17.07.2019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9BA66-AE3D-4B4C-9AE9-2AB5BC6B7D1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8546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9AB87-44EC-436F-A7BA-D5405EAA469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17.07.2019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9BA66-AE3D-4B4C-9AE9-2AB5BC6B7D1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8598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9AB87-44EC-436F-A7BA-D5405EAA469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17.07.2019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9BA66-AE3D-4B4C-9AE9-2AB5BC6B7D1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1240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9AB87-44EC-436F-A7BA-D5405EAA469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17.07.2019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9BA66-AE3D-4B4C-9AE9-2AB5BC6B7D1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1090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9AB87-44EC-436F-A7BA-D5405EAA469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17.07.2019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9BA66-AE3D-4B4C-9AE9-2AB5BC6B7D1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8893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7/17/2019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4480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7/17/2019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8208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7/17/2019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09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7/17/2019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3910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7/17/2019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4244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7/17/2019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1770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7/17/2019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1830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7/17/2019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2884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7/17/2019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1088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7/17/2019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8466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7/17/2019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rgbClr val="A53010"/>
                </a:solidFill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rgbClr val="A53010"/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33529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7/17/2019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898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7/17/2019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rgbClr val="A53010"/>
                </a:solidFill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rgbClr val="A53010"/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00291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7/17/2019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0460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7/17/2019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9093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7/17/2019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08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EFEB2-3371-423D-8FA1-6A86335AFA3D}" type="datetimeFigureOut">
              <a:rPr lang="ru-RU" smtClean="0"/>
              <a:t>17.07.2019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79144-58D5-4F3E-B44B-41364FF445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914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B61BEF0D-F0BB-DE4B-95CE-6DB70DBA9567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 defTabSz="457200"/>
              <a:t>7/17/2019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D57F1E4F-1CFF-5643-939E-217C01CDF565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 defTabSz="457200"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780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B61BEF0D-F0BB-DE4B-95CE-6DB70DBA956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7/17/2019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defTabSz="457200"/>
            <a:fld id="{D57F1E4F-1CFF-5643-939E-217C01CDF565}" type="slidenum">
              <a:rPr lang="en-US" smtClean="0"/>
              <a:pPr defTabSz="45720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744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08" y="452717"/>
            <a:ext cx="10947043" cy="6282933"/>
          </a:xfrm>
        </p:spPr>
      </p:pic>
      <p:sp>
        <p:nvSpPr>
          <p:cNvPr id="5" name="TextBox 4"/>
          <p:cNvSpPr txBox="1"/>
          <p:nvPr/>
        </p:nvSpPr>
        <p:spPr>
          <a:xfrm>
            <a:off x="3322749" y="2047741"/>
            <a:ext cx="51901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Математика</a:t>
            </a:r>
          </a:p>
          <a:p>
            <a:pPr algn="ctr"/>
            <a:r>
              <a:rPr lang="ky-KG" sz="4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ky-KG" sz="4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№</a:t>
            </a:r>
            <a:r>
              <a:rPr lang="ky-KG" sz="4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r>
            <a:r>
              <a:rPr lang="ky-KG" sz="4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-70-мисал</a:t>
            </a:r>
            <a:endParaRPr lang="ru-RU" sz="4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384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№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-маселе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Кесиндилерди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чене</a:t>
            </a:r>
            <a:r>
              <a:rPr lang="ky-KG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</a:t>
            </a:r>
            <a:endParaRPr lang="ru-RU" sz="4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                                                              </a:t>
            </a:r>
            <a:r>
              <a:rPr lang="ru-RU" dirty="0" smtClean="0"/>
              <a:t>                                                         </a:t>
            </a:r>
            <a:endParaRPr lang="ru-RU" dirty="0" smtClean="0"/>
          </a:p>
          <a:p>
            <a:pPr marL="0" indent="0">
              <a:buNone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endParaRPr lang="ru-RU" sz="4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Арка 4"/>
          <p:cNvSpPr/>
          <p:nvPr/>
        </p:nvSpPr>
        <p:spPr>
          <a:xfrm>
            <a:off x="1936376" y="2716306"/>
            <a:ext cx="45719" cy="228600"/>
          </a:xfrm>
          <a:prstGeom prst="blockArc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Минус 11"/>
          <p:cNvSpPr/>
          <p:nvPr/>
        </p:nvSpPr>
        <p:spPr>
          <a:xfrm>
            <a:off x="457201" y="3079843"/>
            <a:ext cx="4617076" cy="53320"/>
          </a:xfrm>
          <a:prstGeom prst="mathMinus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2891633"/>
            <a:ext cx="5495657" cy="3992871"/>
          </a:xfrm>
          <a:prstGeom prst="rect">
            <a:avLst/>
          </a:prstGeom>
        </p:spPr>
      </p:pic>
      <p:sp>
        <p:nvSpPr>
          <p:cNvPr id="6" name="Минус 5"/>
          <p:cNvSpPr/>
          <p:nvPr/>
        </p:nvSpPr>
        <p:spPr>
          <a:xfrm>
            <a:off x="457201" y="3528811"/>
            <a:ext cx="5400942" cy="64395"/>
          </a:xfrm>
          <a:prstGeom prst="mathMin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0846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№64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Горизонтальный свиток 3"/>
          <p:cNvSpPr/>
          <p:nvPr/>
        </p:nvSpPr>
        <p:spPr>
          <a:xfrm>
            <a:off x="1326524" y="1540212"/>
            <a:ext cx="2840329" cy="3698640"/>
          </a:xfrm>
          <a:prstGeom prst="horizontalScroll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Вертикальный свиток 4"/>
          <p:cNvSpPr/>
          <p:nvPr/>
        </p:nvSpPr>
        <p:spPr>
          <a:xfrm>
            <a:off x="6928834" y="1690688"/>
            <a:ext cx="3142445" cy="3512377"/>
          </a:xfrm>
          <a:prstGeom prst="verticalScroll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700011" y="2743201"/>
            <a:ext cx="2466842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ru-RU" sz="3600" b="1" dirty="0" smtClean="0"/>
              <a:t>1см=10мм</a:t>
            </a:r>
            <a:endParaRPr lang="ru-RU" sz="36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340958" y="3016251"/>
            <a:ext cx="2279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/>
              <a:t>  </a:t>
            </a:r>
            <a:r>
              <a:rPr lang="ru-RU" sz="3200" b="1" dirty="0" smtClean="0"/>
              <a:t>1м=10дм</a:t>
            </a:r>
            <a:endParaRPr lang="ru-RU" sz="32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340958" y="4108361"/>
            <a:ext cx="2279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/>
              <a:t> 1дм=100см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207682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943099" y="4424082"/>
            <a:ext cx="806824" cy="766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43099" y="739589"/>
            <a:ext cx="806824" cy="766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530102" y="356348"/>
            <a:ext cx="793377" cy="766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92D05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48017" y="2507877"/>
            <a:ext cx="806824" cy="766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096935" y="699248"/>
            <a:ext cx="806824" cy="847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715001" y="5177116"/>
            <a:ext cx="806824" cy="779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9103658" y="4329952"/>
            <a:ext cx="806824" cy="847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0145806" y="2420470"/>
            <a:ext cx="806824" cy="900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894729" y="2810434"/>
            <a:ext cx="2111189" cy="10219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cxnSp>
        <p:nvCxnSpPr>
          <p:cNvPr id="13" name="Прямая со стрелкой 12"/>
          <p:cNvCxnSpPr>
            <a:stCxn id="4" idx="2"/>
            <a:endCxn id="10" idx="0"/>
          </p:cNvCxnSpPr>
          <p:nvPr/>
        </p:nvCxnSpPr>
        <p:spPr>
          <a:xfrm>
            <a:off x="5926791" y="1122830"/>
            <a:ext cx="23533" cy="1687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flipH="1">
            <a:off x="7005918" y="1506071"/>
            <a:ext cx="2097740" cy="1304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>
            <a:stCxn id="9" idx="1"/>
          </p:cNvCxnSpPr>
          <p:nvPr/>
        </p:nvCxnSpPr>
        <p:spPr>
          <a:xfrm flipH="1">
            <a:off x="6982386" y="2870947"/>
            <a:ext cx="3163420" cy="289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flipH="1" flipV="1">
            <a:off x="7005918" y="3832411"/>
            <a:ext cx="2097740" cy="527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stCxn id="7" idx="0"/>
          </p:cNvCxnSpPr>
          <p:nvPr/>
        </p:nvCxnSpPr>
        <p:spPr>
          <a:xfrm flipV="1">
            <a:off x="6118413" y="3832411"/>
            <a:ext cx="0" cy="1344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 flipV="1">
            <a:off x="2749923" y="3832411"/>
            <a:ext cx="2144806" cy="591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endCxn id="10" idx="1"/>
          </p:cNvCxnSpPr>
          <p:nvPr/>
        </p:nvCxnSpPr>
        <p:spPr>
          <a:xfrm>
            <a:off x="1754841" y="3274360"/>
            <a:ext cx="3139888" cy="4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>
            <a:off x="2749923" y="1506071"/>
            <a:ext cx="2144806" cy="1304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530102" y="2870948"/>
            <a:ext cx="11799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   </a:t>
            </a:r>
            <a:r>
              <a:rPr lang="ru-RU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1" y="356348"/>
            <a:ext cx="4034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27192" y="699249"/>
            <a:ext cx="783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2786" y="2420470"/>
            <a:ext cx="6420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prstClr val="black"/>
                </a:solidFill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1918" y="4329953"/>
            <a:ext cx="3630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50325" y="5190564"/>
            <a:ext cx="3731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 flipH="1">
            <a:off x="2114549" y="4424082"/>
            <a:ext cx="3866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14550" y="699248"/>
            <a:ext cx="437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9468" y="2595282"/>
            <a:ext cx="5513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5208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11" y="0"/>
            <a:ext cx="1068946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7776" y="399245"/>
            <a:ext cx="46106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№</a:t>
            </a:r>
            <a:r>
              <a:rPr lang="ky-KG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ky-KG" sz="2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ky-KG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3см=</a:t>
            </a:r>
            <a:r>
              <a:rPr lang="ky-KG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дм                 4см=   мм  </a:t>
            </a:r>
            <a:endParaRPr lang="ky-KG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y-KG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ky-KG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1см5мм=</a:t>
            </a:r>
            <a:r>
              <a:rPr lang="ky-KG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мм            2м=    дм      </a:t>
            </a:r>
            <a:endParaRPr lang="ky-KG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5-конечная звезда 3"/>
          <p:cNvSpPr/>
          <p:nvPr/>
        </p:nvSpPr>
        <p:spPr>
          <a:xfrm>
            <a:off x="7946265" y="798490"/>
            <a:ext cx="257576" cy="33485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5" name="5-конечная звезда 4"/>
          <p:cNvSpPr/>
          <p:nvPr/>
        </p:nvSpPr>
        <p:spPr>
          <a:xfrm>
            <a:off x="10612191" y="798491"/>
            <a:ext cx="257577" cy="33485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5-конечная звезда 5"/>
          <p:cNvSpPr/>
          <p:nvPr/>
        </p:nvSpPr>
        <p:spPr>
          <a:xfrm flipH="1">
            <a:off x="8409902" y="1532587"/>
            <a:ext cx="283336" cy="33843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5-конечная звезда 6"/>
          <p:cNvSpPr/>
          <p:nvPr/>
        </p:nvSpPr>
        <p:spPr>
          <a:xfrm>
            <a:off x="10612190" y="1532587"/>
            <a:ext cx="257577" cy="32913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     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1370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Картинки по запросу домик на белом фоне анимаци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964" y="3356993"/>
            <a:ext cx="4429020" cy="348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Блок-схема: документ 4"/>
          <p:cNvSpPr/>
          <p:nvPr/>
        </p:nvSpPr>
        <p:spPr>
          <a:xfrm>
            <a:off x="1847528" y="188640"/>
            <a:ext cx="8568952" cy="1260720"/>
          </a:xfrm>
          <a:prstGeom prst="flowChart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ky-KG" sz="7200" b="1" i="1" dirty="0">
                <a:solidFill>
                  <a:srgbClr val="F42B8A">
                    <a:lumMod val="75000"/>
                  </a:srgbClr>
                </a:solidFill>
                <a:latin typeface="Times New Roman"/>
                <a:ea typeface="Calibri"/>
              </a:rPr>
              <a:t>Үйгө тапшырма</a:t>
            </a:r>
            <a:endParaRPr lang="ru-RU" sz="7200" i="1" dirty="0">
              <a:solidFill>
                <a:srgbClr val="F42B8A">
                  <a:lumMod val="75000"/>
                </a:srgb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631504" y="1628800"/>
            <a:ext cx="8928992" cy="172819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algn="ctr" defTabSz="457200">
              <a:lnSpc>
                <a:spcPct val="150000"/>
              </a:lnSpc>
              <a:spcAft>
                <a:spcPts val="1000"/>
              </a:spcAft>
            </a:pPr>
            <a:r>
              <a:rPr lang="ky-KG" sz="4400" b="1" smtClean="0">
                <a:solidFill>
                  <a:srgbClr val="F42B8A">
                    <a:lumMod val="75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69,70-мисал</a:t>
            </a:r>
            <a:endParaRPr lang="ru-RU" sz="4400" b="1" dirty="0">
              <a:solidFill>
                <a:srgbClr val="F42B8A">
                  <a:lumMod val="75000"/>
                </a:srgbClr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7174" name="Picture 6" descr="Картинки по запросу картинки на белом фоне дневников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3659" y="3464242"/>
            <a:ext cx="3312368" cy="3356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Картинки по запросу ручка на белом фоне дневников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985" y="3501008"/>
            <a:ext cx="1557363" cy="336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440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3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</TotalTime>
  <Words>44</Words>
  <Application>Microsoft Office PowerPoint</Application>
  <PresentationFormat>Широкоэкранный</PresentationFormat>
  <Paragraphs>28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6</vt:i4>
      </vt:variant>
    </vt:vector>
  </HeadingPairs>
  <TitlesOfParts>
    <vt:vector size="15" baseType="lpstr">
      <vt:lpstr>Arial</vt:lpstr>
      <vt:lpstr>Calibri</vt:lpstr>
      <vt:lpstr>Calibri Light</vt:lpstr>
      <vt:lpstr>Century Gothic</vt:lpstr>
      <vt:lpstr>Times New Roman</vt:lpstr>
      <vt:lpstr>Wingdings 3</vt:lpstr>
      <vt:lpstr>Тема Office</vt:lpstr>
      <vt:lpstr>Office Theme</vt:lpstr>
      <vt:lpstr>Легкий дым</vt:lpstr>
      <vt:lpstr>Презентация PowerPoint</vt:lpstr>
      <vt:lpstr>№ 63-маселе  Кесиндилерди чене. </vt:lpstr>
      <vt:lpstr>№64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Фарида</dc:creator>
  <cp:lastModifiedBy>Фарида</cp:lastModifiedBy>
  <cp:revision>14</cp:revision>
  <dcterms:created xsi:type="dcterms:W3CDTF">2019-02-17T11:27:48Z</dcterms:created>
  <dcterms:modified xsi:type="dcterms:W3CDTF">2019-07-17T14:21:53Z</dcterms:modified>
</cp:coreProperties>
</file>