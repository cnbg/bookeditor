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8" r:id="rId4"/>
    <p:sldId id="259" r:id="rId5"/>
    <p:sldId id="260" r:id="rId6"/>
    <p:sldId id="283" r:id="rId7"/>
    <p:sldId id="282" r:id="rId8"/>
    <p:sldId id="285" r:id="rId9"/>
    <p:sldId id="284" r:id="rId10"/>
    <p:sldId id="286" r:id="rId11"/>
    <p:sldId id="266" r:id="rId12"/>
    <p:sldId id="270" r:id="rId13"/>
    <p:sldId id="273" r:id="rId14"/>
    <p:sldId id="279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7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78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28B0F-242F-4E78-AFBE-A308FBAE2117}" type="datetimeFigureOut">
              <a:rPr lang="ru-RU" smtClean="0"/>
              <a:t>14.06.2020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DA933-3108-4E4D-9859-FFE2832A81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6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DA933-3108-4E4D-9859-FFE2832A81D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399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5780" y="220891"/>
            <a:ext cx="11088345" cy="2509213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ru-RU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Математика </a:t>
            </a:r>
            <a:r>
              <a:rPr lang="ru-RU" b="1" cap="none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сабагы</a:t>
            </a:r>
            <a:r>
              <a:rPr lang="ru-RU" b="1" cap="none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.</a:t>
            </a:r>
            <a:endParaRPr lang="ru-RU" b="1" cap="none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2537460"/>
            <a:ext cx="5671184" cy="398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7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prstTxWarp prst="textPlain">
              <a:avLst/>
            </a:prstTxWarp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ky-KG" sz="6000" b="1" i="1" dirty="0" smtClean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Жагымдуу маанай.</a:t>
            </a:r>
            <a:endParaRPr lang="ru-RU" sz="6000" b="1" i="1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10" y="2920365"/>
            <a:ext cx="7753976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4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6950" y="204180"/>
            <a:ext cx="6749088" cy="1596177"/>
          </a:xfrm>
        </p:spPr>
        <p:txBody>
          <a:bodyPr>
            <a:normAutofit/>
          </a:bodyPr>
          <a:lstStyle/>
          <a:p>
            <a:r>
              <a:rPr lang="ky-KG" sz="8000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Алтын эреже.</a:t>
            </a:r>
            <a:endParaRPr lang="ru-RU" sz="8000" b="1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08" y="1242800"/>
            <a:ext cx="3214062" cy="5086349"/>
          </a:xfrm>
        </p:spPr>
      </p:pic>
      <p:sp>
        <p:nvSpPr>
          <p:cNvPr id="5" name="Скругленный прямоугольник 4"/>
          <p:cNvSpPr/>
          <p:nvPr/>
        </p:nvSpPr>
        <p:spPr>
          <a:xfrm>
            <a:off x="3850374" y="1977071"/>
            <a:ext cx="7629525" cy="447561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Сабакта тынч отуруу.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Тазалыкты сактоо.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Достор менен ын</a:t>
            </a:r>
            <a:r>
              <a:rPr lang="ky-KG" sz="3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т</a:t>
            </a: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ымакта болуу.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Мугалимдин сөзүн бөлбөө</a:t>
            </a:r>
          </a:p>
          <a:p>
            <a:pPr marL="342900" indent="-342900" algn="ctr">
              <a:buAutoNum type="arabicPeriod"/>
            </a:pPr>
            <a:r>
              <a:rPr lang="ky-KG" sz="3600" b="1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Өзүн-өзү сыйлоо</a:t>
            </a:r>
          </a:p>
          <a:p>
            <a:pPr algn="ctr"/>
            <a:endParaRPr lang="ky-KG" sz="4400" dirty="0" smtClean="0">
              <a:solidFill>
                <a:srgbClr val="FF0000"/>
              </a:solidFill>
            </a:endParaRPr>
          </a:p>
          <a:p>
            <a:pPr marL="342900" indent="-342900" algn="ctr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14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ыноска 2 2"/>
          <p:cNvSpPr/>
          <p:nvPr/>
        </p:nvSpPr>
        <p:spPr>
          <a:xfrm>
            <a:off x="8481060" y="2971800"/>
            <a:ext cx="2797166" cy="2194560"/>
          </a:xfrm>
          <a:prstGeom prst="borderCallout2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4000" b="1" dirty="0" smtClean="0">
                <a:solidFill>
                  <a:schemeClr val="accent3">
                    <a:lumMod val="50000"/>
                  </a:schemeClr>
                </a:solidFill>
              </a:rPr>
              <a:t>№40</a:t>
            </a:r>
          </a:p>
          <a:p>
            <a:pPr algn="ctr"/>
            <a:r>
              <a:rPr lang="ru-RU" sz="4000" b="1" dirty="0" smtClean="0">
                <a:solidFill>
                  <a:schemeClr val="accent3">
                    <a:lumMod val="50000"/>
                  </a:schemeClr>
                </a:solidFill>
              </a:rPr>
              <a:t>№41</a:t>
            </a:r>
            <a:endParaRPr lang="ru-RU" sz="4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1894653"/>
            <a:ext cx="4591050" cy="43855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5045602" y="168624"/>
            <a:ext cx="52829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y-KG" sz="4800" b="1" i="1" dirty="0">
                <a:ln/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Үй тапшырмасын текшерүү.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267968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1143001" y="706582"/>
            <a:ext cx="1808017" cy="120534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/>
              <a:t>№41</a:t>
            </a:r>
            <a:endParaRPr lang="ru-RU" sz="3200" b="1" dirty="0"/>
          </a:p>
        </p:txBody>
      </p:sp>
      <p:sp>
        <p:nvSpPr>
          <p:cNvPr id="11" name="Облако 10"/>
          <p:cNvSpPr/>
          <p:nvPr/>
        </p:nvSpPr>
        <p:spPr>
          <a:xfrm>
            <a:off x="2369127" y="2306783"/>
            <a:ext cx="3345875" cy="1537854"/>
          </a:xfrm>
          <a:prstGeom prst="clou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69-40+11=?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2" name="Облако 11"/>
          <p:cNvSpPr/>
          <p:nvPr/>
        </p:nvSpPr>
        <p:spPr>
          <a:xfrm>
            <a:off x="6878784" y="2306783"/>
            <a:ext cx="3520810" cy="16625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42-(25+11)=?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3" name="Облако 12"/>
          <p:cNvSpPr/>
          <p:nvPr/>
        </p:nvSpPr>
        <p:spPr>
          <a:xfrm>
            <a:off x="8624455" y="4353792"/>
            <a:ext cx="3567545" cy="1506681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</a:rPr>
              <a:t>1*(99+0)=?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15" name="Облако 14"/>
          <p:cNvSpPr/>
          <p:nvPr/>
        </p:nvSpPr>
        <p:spPr>
          <a:xfrm>
            <a:off x="571499" y="4239493"/>
            <a:ext cx="3605646" cy="1620980"/>
          </a:xfrm>
          <a:prstGeom prst="cloud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 smtClean="0"/>
              <a:t>(85-30)+25=?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6536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75" y="1408226"/>
            <a:ext cx="10364451" cy="1596177"/>
          </a:xfrm>
        </p:spPr>
        <p:txBody>
          <a:bodyPr>
            <a:prstTxWarp prst="textChevronInverted">
              <a:avLst/>
            </a:prstTxWarp>
            <a:normAutofit/>
          </a:bodyPr>
          <a:lstStyle/>
          <a:p>
            <a:r>
              <a:rPr lang="ru-RU" b="1" i="1" dirty="0" err="1" smtClean="0"/>
              <a:t>Мисал</a:t>
            </a:r>
            <a:r>
              <a:rPr lang="ru-RU" b="1" i="1" dirty="0" smtClean="0"/>
              <a:t>, </a:t>
            </a:r>
            <a:r>
              <a:rPr lang="ru-RU" b="1" i="1" dirty="0" err="1" smtClean="0"/>
              <a:t>маселе</a:t>
            </a:r>
            <a:r>
              <a:rPr lang="ru-RU" b="1" i="1" dirty="0" smtClean="0"/>
              <a:t> </a:t>
            </a:r>
            <a:r>
              <a:rPr lang="ru-RU" b="1" i="1" dirty="0" err="1" smtClean="0"/>
              <a:t>иштоо</a:t>
            </a:r>
            <a:r>
              <a:rPr lang="ru-RU" b="1" i="1" dirty="0" smtClean="0"/>
              <a:t>.</a:t>
            </a:r>
            <a:endParaRPr lang="ru-RU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067" y="3302577"/>
            <a:ext cx="5952259" cy="313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4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95" y="290944"/>
            <a:ext cx="9717369" cy="633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248756" y="1683326"/>
            <a:ext cx="8084753" cy="48525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3600" b="1" i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ky-KG" sz="4000" b="1" i="1" dirty="0" smtClean="0">
                <a:solidFill>
                  <a:schemeClr val="accent3">
                    <a:lumMod val="50000"/>
                  </a:schemeClr>
                </a:solidFill>
              </a:rPr>
              <a:t>Үч орундуу санда 3 разряд бар-бирдиктер, ондуктар, жүздүктөр.</a:t>
            </a:r>
            <a:endParaRPr lang="ru-RU" sz="4000" b="1" i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ky-KG" sz="3600" b="1" i="1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ky-KG" sz="3600" b="1" i="1" dirty="0" smtClean="0">
                <a:solidFill>
                  <a:srgbClr val="FF0000"/>
                </a:solidFill>
              </a:rPr>
              <a:t>96, 182, 367, 71 сандарынын разряддарын атагын.</a:t>
            </a:r>
            <a:endParaRPr lang="ru-RU" sz="3600" b="1" i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sz="3500" b="1" i="1" dirty="0">
              <a:solidFill>
                <a:srgbClr val="002060"/>
              </a:solidFill>
            </a:endParaRPr>
          </a:p>
        </p:txBody>
      </p:sp>
      <p:sp>
        <p:nvSpPr>
          <p:cNvPr id="4" name="Блок-схема: альтернативный процесс 3"/>
          <p:cNvSpPr/>
          <p:nvPr/>
        </p:nvSpPr>
        <p:spPr>
          <a:xfrm>
            <a:off x="1371600" y="831272"/>
            <a:ext cx="1787236" cy="110143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600" b="1" dirty="0" smtClean="0"/>
              <a:t>№42</a:t>
            </a:r>
            <a:endParaRPr lang="ru-RU" sz="36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418" y="1381990"/>
            <a:ext cx="3583132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5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205346" y="768928"/>
            <a:ext cx="1808018" cy="1080654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/>
              <a:t>№43</a:t>
            </a:r>
            <a:endParaRPr lang="ru-RU" sz="3600" b="1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996288" y="2729552"/>
            <a:ext cx="3862315" cy="140476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sz="3200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205346" y="3057099"/>
            <a:ext cx="3885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3200" dirty="0" smtClean="0">
                <a:solidFill>
                  <a:schemeClr val="accent6">
                    <a:lumMod val="75000"/>
                  </a:schemeClr>
                </a:solidFill>
              </a:rPr>
              <a:t>1 ондук=10бирдик</a:t>
            </a:r>
            <a:endParaRPr lang="ru-RU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7110484" y="1187355"/>
            <a:ext cx="3507474" cy="13374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7110484" y="1651379"/>
            <a:ext cx="3439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3200" dirty="0" smtClean="0">
                <a:solidFill>
                  <a:srgbClr val="FF0000"/>
                </a:solidFill>
              </a:rPr>
              <a:t>1жүздүк=10ондук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110484" y="4312693"/>
            <a:ext cx="3835020" cy="135112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 flipH="1">
            <a:off x="7110484" y="4735773"/>
            <a:ext cx="3507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800" b="1" dirty="0" smtClean="0">
                <a:solidFill>
                  <a:srgbClr val="00B050"/>
                </a:solidFill>
              </a:rPr>
              <a:t> 1миңдик=10жүздүк</a:t>
            </a:r>
            <a:endParaRPr lang="ru-RU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66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/>
          <p:cNvSpPr/>
          <p:nvPr/>
        </p:nvSpPr>
        <p:spPr>
          <a:xfrm>
            <a:off x="1246909" y="768928"/>
            <a:ext cx="1932709" cy="1101436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</a:rPr>
              <a:t>№44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5" name="Выноска-облако 4"/>
          <p:cNvSpPr/>
          <p:nvPr/>
        </p:nvSpPr>
        <p:spPr>
          <a:xfrm>
            <a:off x="4384963" y="1371601"/>
            <a:ext cx="7398327" cy="3969327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3600" b="1" i="1" dirty="0" smtClean="0">
                <a:solidFill>
                  <a:srgbClr val="FF0000"/>
                </a:solidFill>
              </a:rPr>
              <a:t>465, 891,3867,2534 </a:t>
            </a:r>
            <a:r>
              <a:rPr lang="ky-KG" sz="3600" b="1" i="1" dirty="0" smtClean="0">
                <a:solidFill>
                  <a:schemeClr val="tx1"/>
                </a:solidFill>
              </a:rPr>
              <a:t>сандарын окуп, разряддарын ата.</a:t>
            </a:r>
            <a:endParaRPr lang="ru-RU" sz="3600" b="1" i="1" dirty="0" smtClean="0">
              <a:solidFill>
                <a:schemeClr val="tx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97" y="2389908"/>
            <a:ext cx="3735531" cy="40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83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y-KG" sz="7200" b="1" dirty="0" smtClean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ЭС АЛУУ МҮНӨТҮ.</a:t>
            </a:r>
            <a:endParaRPr lang="ru-RU" sz="7200" b="1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49" y="2214695"/>
            <a:ext cx="8943975" cy="4271830"/>
          </a:xfrm>
        </p:spPr>
      </p:pic>
    </p:spTree>
    <p:extLst>
      <p:ext uri="{BB962C8B-B14F-4D97-AF65-F5344CB8AC3E}">
        <p14:creationId xmlns:p14="http://schemas.microsoft.com/office/powerpoint/2010/main" val="39855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816580" y="328613"/>
            <a:ext cx="8443913" cy="6272212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Ордубуздан турабыз,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Алга колду сунабыз.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Мойнубузду бурабыз: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оңго 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солго.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оңго,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 деп солго.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Беш манжалар биригет,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Ийинге барып илинет.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Бир, эки деп алдыга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Чыканактар жүгүнөт.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1, 2, 3. 4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1, 2, 3, 4.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Колубузда күч көп.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Эс алдырдык колдорду, 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Колдорубуз чак-чак-чак,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Буттарыбыз так-так-так,</a:t>
            </a:r>
          </a:p>
          <a:p>
            <a:pPr algn="ctr"/>
            <a:r>
              <a:rPr lang="ky-KG" sz="2000" b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Эми окуйбуз жакшылап.</a:t>
            </a:r>
          </a:p>
        </p:txBody>
      </p:sp>
    </p:spTree>
    <p:extLst>
      <p:ext uri="{BB962C8B-B14F-4D97-AF65-F5344CB8AC3E}">
        <p14:creationId xmlns:p14="http://schemas.microsoft.com/office/powerpoint/2010/main" val="354800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Блок-схема: альтернативный процесс 4"/>
          <p:cNvSpPr/>
          <p:nvPr/>
        </p:nvSpPr>
        <p:spPr>
          <a:xfrm>
            <a:off x="1288472" y="748145"/>
            <a:ext cx="1849582" cy="1267691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chemeClr val="tx1"/>
                </a:solidFill>
              </a:rPr>
              <a:t>№45</a:t>
            </a:r>
            <a:endParaRPr lang="ru-RU" sz="3600" b="1" dirty="0">
              <a:solidFill>
                <a:schemeClr val="tx1"/>
              </a:solidFill>
            </a:endParaRPr>
          </a:p>
        </p:txBody>
      </p:sp>
      <p:sp>
        <p:nvSpPr>
          <p:cNvPr id="6" name="Облако 5"/>
          <p:cNvSpPr/>
          <p:nvPr/>
        </p:nvSpPr>
        <p:spPr>
          <a:xfrm>
            <a:off x="454562" y="2015836"/>
            <a:ext cx="6244937" cy="3989179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3200" b="1" dirty="0" smtClean="0">
                <a:solidFill>
                  <a:schemeClr val="tx1"/>
                </a:solidFill>
              </a:rPr>
              <a:t>18 окуучу 3 топко бөлүнүп алып, волейбол ойношту.Ар бир топто канчадан окуучу болгон?</a:t>
            </a:r>
            <a:endParaRPr lang="ru-RU" sz="3200" b="1" dirty="0">
              <a:solidFill>
                <a:schemeClr val="tx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71" y="1350818"/>
            <a:ext cx="3823855" cy="494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2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prstTxWarp prst="textCanUp">
              <a:avLst/>
            </a:prstTxWarp>
          </a:bodyPr>
          <a:lstStyle/>
          <a:p>
            <a:r>
              <a:rPr lang="ky-KG" dirty="0" smtClean="0">
                <a:solidFill>
                  <a:schemeClr val="accent1">
                    <a:lumMod val="75000"/>
                  </a:schemeClr>
                </a:solidFill>
              </a:rPr>
              <a:t>Үй тапшырма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7564582" y="3262745"/>
            <a:ext cx="3034145" cy="1704109"/>
          </a:xfrm>
          <a:prstGeom prst="flowChartAlternateProcess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№47</a:t>
            </a:r>
          </a:p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№48</a:t>
            </a:r>
            <a:endParaRPr lang="ru-RU" sz="3600" b="1" dirty="0">
              <a:solidFill>
                <a:srgbClr val="FF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68" y="2214694"/>
            <a:ext cx="5143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7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5" y="2773363"/>
            <a:ext cx="3942905" cy="34242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773363"/>
            <a:ext cx="4319270" cy="346821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Скругленный прямоугольник 5"/>
          <p:cNvSpPr/>
          <p:nvPr/>
        </p:nvSpPr>
        <p:spPr>
          <a:xfrm>
            <a:off x="3053915" y="447040"/>
            <a:ext cx="5262880" cy="178816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600" b="1" dirty="0" err="1" smtClean="0">
                <a:solidFill>
                  <a:srgbClr val="FF0000"/>
                </a:solidFill>
              </a:rPr>
              <a:t>Баалоо</a:t>
            </a:r>
            <a:r>
              <a:rPr lang="ru-RU" sz="9600" b="1" dirty="0" smtClean="0">
                <a:solidFill>
                  <a:srgbClr val="FF0000"/>
                </a:solidFill>
              </a:rPr>
              <a:t>:</a:t>
            </a:r>
            <a:endParaRPr lang="ru-RU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Капля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336</TotalTime>
  <Words>211</Words>
  <Application>Microsoft Office PowerPoint</Application>
  <PresentationFormat>Широкоэкранный</PresentationFormat>
  <Paragraphs>53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Calibri</vt:lpstr>
      <vt:lpstr>Cambria</vt:lpstr>
      <vt:lpstr>Cambria Math</vt:lpstr>
      <vt:lpstr>Tw Cen MT</vt:lpstr>
      <vt:lpstr>Капля</vt:lpstr>
      <vt:lpstr>Математика сабагы.</vt:lpstr>
      <vt:lpstr>Жагымдуу маанай.</vt:lpstr>
      <vt:lpstr>Алтын эреже.</vt:lpstr>
      <vt:lpstr>Презентация PowerPoint</vt:lpstr>
      <vt:lpstr>Презентация PowerPoint</vt:lpstr>
      <vt:lpstr>Мисал, маселе иштоо.</vt:lpstr>
      <vt:lpstr>Презентация PowerPoint</vt:lpstr>
      <vt:lpstr>Презентация PowerPoint</vt:lpstr>
      <vt:lpstr>Презентация PowerPoint</vt:lpstr>
      <vt:lpstr>Презентация PowerPoint</vt:lpstr>
      <vt:lpstr>ЭС АЛУУ МҮНӨТҮ.</vt:lpstr>
      <vt:lpstr>Презентация PowerPoint</vt:lpstr>
      <vt:lpstr>Презентация PowerPoint</vt:lpstr>
      <vt:lpstr>Үй тапшырма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Фарида</cp:lastModifiedBy>
  <cp:revision>52</cp:revision>
  <dcterms:created xsi:type="dcterms:W3CDTF">2019-02-27T08:26:17Z</dcterms:created>
  <dcterms:modified xsi:type="dcterms:W3CDTF">2020-06-14T09:11:05Z</dcterms:modified>
</cp:coreProperties>
</file>