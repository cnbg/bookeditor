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62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3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399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149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51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91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515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8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5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00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558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25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49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7599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63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7769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883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469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65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6983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84" y="1705132"/>
            <a:ext cx="11167672" cy="4410855"/>
          </a:xfrm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614411" y="746975"/>
            <a:ext cx="8293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 err="1" smtClean="0"/>
              <a:t>Текшерүү</a:t>
            </a:r>
            <a:r>
              <a:rPr lang="ru-RU" sz="5400" b="1" dirty="0" smtClean="0"/>
              <a:t> </a:t>
            </a:r>
            <a:r>
              <a:rPr lang="ru-RU" sz="5400" b="1" dirty="0" err="1" smtClean="0"/>
              <a:t>иши</a:t>
            </a:r>
            <a:endParaRPr lang="ru-RU" sz="5400" b="1" dirty="0"/>
          </a:p>
        </p:txBody>
      </p:sp>
    </p:spTree>
    <p:extLst>
      <p:ext uri="{BB962C8B-B14F-4D97-AF65-F5344CB8AC3E}">
        <p14:creationId xmlns:p14="http://schemas.microsoft.com/office/powerpoint/2010/main" val="2284072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 advClick="0" advTm="7000">
        <p15:prstTrans prst="peelOff"/>
      </p:transition>
    </mc:Choice>
    <mc:Fallback xmlns="">
      <p:transition spd="slow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2-класс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>
          <a:xfrm>
            <a:off x="2008682" y="3867462"/>
            <a:ext cx="8733930" cy="2593298"/>
          </a:xfrm>
        </p:spPr>
        <p:txBody>
          <a:bodyPr>
            <a:noAutofit/>
          </a:bodyPr>
          <a:lstStyle/>
          <a:p>
            <a:r>
              <a:rPr lang="ru-RU" sz="2800" dirty="0" err="1" smtClean="0">
                <a:solidFill>
                  <a:srgbClr val="FFFF00"/>
                </a:solidFill>
              </a:rPr>
              <a:t>Бизге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нурун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чачкан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кунгө</a:t>
            </a:r>
            <a:r>
              <a:rPr lang="ru-RU" sz="2800" dirty="0" smtClean="0">
                <a:solidFill>
                  <a:srgbClr val="FFFF00"/>
                </a:solidFill>
              </a:rPr>
              <a:t> салам </a:t>
            </a:r>
            <a:r>
              <a:rPr lang="ru-RU" sz="2800" dirty="0" err="1" smtClean="0">
                <a:solidFill>
                  <a:srgbClr val="FFFF00"/>
                </a:solidFill>
              </a:rPr>
              <a:t>айтабыз</a:t>
            </a:r>
            <a:endParaRPr lang="ru-RU" sz="2800" dirty="0" smtClean="0">
              <a:solidFill>
                <a:srgbClr val="FFFF00"/>
              </a:solidFill>
            </a:endParaRPr>
          </a:p>
          <a:p>
            <a:r>
              <a:rPr lang="ru-RU" sz="2800" dirty="0" err="1" smtClean="0">
                <a:solidFill>
                  <a:srgbClr val="FFFF00"/>
                </a:solidFill>
              </a:rPr>
              <a:t>Бизди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багып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көтөргөн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жерге</a:t>
            </a:r>
            <a:r>
              <a:rPr lang="ru-RU" sz="2800" dirty="0" smtClean="0">
                <a:solidFill>
                  <a:srgbClr val="FFFF00"/>
                </a:solidFill>
              </a:rPr>
              <a:t> салам </a:t>
            </a:r>
            <a:r>
              <a:rPr lang="ru-RU" sz="2800" dirty="0" err="1" smtClean="0">
                <a:solidFill>
                  <a:srgbClr val="FFFF00"/>
                </a:solidFill>
              </a:rPr>
              <a:t>айтабыз</a:t>
            </a:r>
            <a:endParaRPr lang="ru-RU" sz="2800" dirty="0" smtClean="0">
              <a:solidFill>
                <a:srgbClr val="FFFF00"/>
              </a:solidFill>
            </a:endParaRPr>
          </a:p>
          <a:p>
            <a:r>
              <a:rPr lang="ru-RU" sz="2800" dirty="0" err="1" smtClean="0">
                <a:solidFill>
                  <a:srgbClr val="FFFF00"/>
                </a:solidFill>
              </a:rPr>
              <a:t>Баарын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жууп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кетирген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жаанга</a:t>
            </a:r>
            <a:r>
              <a:rPr lang="ru-RU" sz="2800" dirty="0" smtClean="0">
                <a:solidFill>
                  <a:srgbClr val="FFFF00"/>
                </a:solidFill>
              </a:rPr>
              <a:t> салам </a:t>
            </a:r>
            <a:r>
              <a:rPr lang="ru-RU" sz="2800" dirty="0" err="1" smtClean="0">
                <a:solidFill>
                  <a:srgbClr val="FFFF00"/>
                </a:solidFill>
              </a:rPr>
              <a:t>айтабыз</a:t>
            </a:r>
            <a:endParaRPr lang="ru-RU" sz="2800" dirty="0" smtClean="0">
              <a:solidFill>
                <a:srgbClr val="FFFF00"/>
              </a:solidFill>
            </a:endParaRPr>
          </a:p>
          <a:p>
            <a:r>
              <a:rPr lang="ru-RU" sz="2800" dirty="0" err="1" smtClean="0">
                <a:solidFill>
                  <a:srgbClr val="FFFF00"/>
                </a:solidFill>
              </a:rPr>
              <a:t>Анан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дагы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бизге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келген</a:t>
            </a:r>
            <a:r>
              <a:rPr lang="ru-RU" sz="2800" dirty="0" smtClean="0">
                <a:solidFill>
                  <a:srgbClr val="FFFF00"/>
                </a:solidFill>
              </a:rPr>
              <a:t> </a:t>
            </a:r>
            <a:r>
              <a:rPr lang="ru-RU" sz="2800" dirty="0" err="1" smtClean="0">
                <a:solidFill>
                  <a:srgbClr val="FFFF00"/>
                </a:solidFill>
              </a:rPr>
              <a:t>конокко</a:t>
            </a:r>
            <a:r>
              <a:rPr lang="ru-RU" sz="2800" dirty="0" smtClean="0">
                <a:solidFill>
                  <a:srgbClr val="FFFF00"/>
                </a:solidFill>
              </a:rPr>
              <a:t> салам </a:t>
            </a:r>
            <a:r>
              <a:rPr lang="ru-RU" sz="2800" dirty="0" err="1" smtClean="0">
                <a:solidFill>
                  <a:srgbClr val="FFFF00"/>
                </a:solidFill>
              </a:rPr>
              <a:t>айтабыз</a:t>
            </a:r>
            <a:endParaRPr lang="ru-RU" sz="2800" dirty="0">
              <a:solidFill>
                <a:srgbClr val="FFFF00"/>
              </a:solidFill>
            </a:endParaRPr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34" y="-38637"/>
            <a:ext cx="8963696" cy="3732551"/>
          </a:xfrm>
        </p:spPr>
      </p:pic>
    </p:spTree>
    <p:extLst>
      <p:ext uri="{BB962C8B-B14F-4D97-AF65-F5344CB8AC3E}">
        <p14:creationId xmlns:p14="http://schemas.microsoft.com/office/powerpoint/2010/main" val="30851287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 advTm="10000">
        <p15:prstTrans prst="origami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4811841" y="299803"/>
            <a:ext cx="7060367" cy="104931"/>
          </a:xfrm>
        </p:spPr>
        <p:txBody>
          <a:bodyPr>
            <a:prstTxWarp prst="textPlain">
              <a:avLst/>
            </a:prstTxWarp>
            <a:normAutofit fontScale="90000"/>
          </a:bodyPr>
          <a:lstStyle/>
          <a:p>
            <a:endParaRPr lang="ru-RU" b="1" cap="none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4811842" y="299803"/>
            <a:ext cx="7226169" cy="6071015"/>
          </a:xfrm>
        </p:spPr>
        <p:txBody>
          <a:bodyPr>
            <a:normAutofit/>
          </a:bodyPr>
          <a:lstStyle/>
          <a:p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Чамгыр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атту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жомокто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чамгырды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чоң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ата,чоң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эне,небере,к</a:t>
            </a:r>
            <a:r>
              <a:rPr lang="ky-KG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ү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чүк,мышык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жана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чычкан.эсептегилечи:чамгырды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баары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биригип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канча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көз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тиктеп</a:t>
            </a:r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8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жатат</a:t>
            </a:r>
            <a:endParaRPr lang="ru-RU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14" name="Рисунок 13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2" r="27572"/>
          <a:stretch>
            <a:fillRect/>
          </a:stretch>
        </p:blipFill>
        <p:spPr>
          <a:xfrm>
            <a:off x="266010" y="134910"/>
            <a:ext cx="4350960" cy="6385810"/>
          </a:xfrm>
          <a:prstGeom prst="snip2DiagRect">
            <a:avLst>
              <a:gd name="adj1" fmla="val 8499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332266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Click="0" advTm="11000">
        <p14:vortex dir="r"/>
      </p:transition>
    </mc:Choice>
    <mc:Fallback xmlns="">
      <p:transition spd="slow" advClick="0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5126636" y="449705"/>
            <a:ext cx="6505730" cy="89941"/>
          </a:xfrm>
        </p:spPr>
        <p:txBody>
          <a:bodyPr>
            <a:prstTxWarp prst="textCanUp">
              <a:avLst/>
            </a:prstTxWarp>
            <a:normAutofit fontScale="90000"/>
          </a:bodyPr>
          <a:lstStyle/>
          <a:p>
            <a:endParaRPr lang="ru-RU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84779" y="644576"/>
            <a:ext cx="7318515" cy="5516381"/>
          </a:xfrm>
        </p:spPr>
        <p:txBody>
          <a:bodyPr>
            <a:normAutofit/>
          </a:bodyPr>
          <a:lstStyle/>
          <a:p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Биринчи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катарга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7окуучу 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экинчисине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5окуучу 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отурду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биринчи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катарда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канча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окуучуга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коп</a:t>
            </a:r>
            <a:r>
              <a:rPr lang="en-US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экинчи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катарда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канча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8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окуучуга</a:t>
            </a:r>
            <a:r>
              <a:rPr lang="ru-RU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аз</a:t>
            </a:r>
            <a:r>
              <a:rPr lang="en-US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  <a:endParaRPr lang="ru-RU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0" r="8110"/>
          <a:stretch>
            <a:fillRect/>
          </a:stretch>
        </p:blipFill>
        <p:spPr>
          <a:xfrm>
            <a:off x="299803" y="119921"/>
            <a:ext cx="3970183" cy="6250899"/>
          </a:xfrm>
        </p:spPr>
      </p:pic>
    </p:spTree>
    <p:extLst>
      <p:ext uri="{BB962C8B-B14F-4D97-AF65-F5344CB8AC3E}">
        <p14:creationId xmlns:p14="http://schemas.microsoft.com/office/powerpoint/2010/main" val="230042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18000">
        <p14:flip dir="r"/>
      </p:transition>
    </mc:Choice>
    <mc:Fallback xmlns="">
      <p:transition spd="slow" advClick="0" advTm="18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39452" y="4823086"/>
            <a:ext cx="3657600" cy="1371600"/>
          </a:xfrm>
        </p:spPr>
        <p:txBody>
          <a:bodyPr>
            <a:noAutofit/>
          </a:bodyPr>
          <a:lstStyle/>
          <a:p>
            <a: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38+25=</a:t>
            </a:r>
            <a:b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81-18=</a:t>
            </a:r>
            <a:b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57+13=</a:t>
            </a:r>
            <a:b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29+38=</a:t>
            </a:r>
            <a:b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60+7=</a:t>
            </a:r>
            <a:b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9+17=</a:t>
            </a:r>
            <a:b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98+1=</a:t>
            </a:r>
            <a:b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ru-RU" sz="48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45+45=</a:t>
            </a:r>
            <a:endParaRPr lang="ru-RU" sz="4800" b="1" cap="none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60" y="723276"/>
            <a:ext cx="5775790" cy="547141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7" name="Текст 6"/>
          <p:cNvSpPr>
            <a:spLocks noGrp="1"/>
          </p:cNvSpPr>
          <p:nvPr>
            <p:ph type="body" sz="half" idx="2"/>
          </p:nvPr>
        </p:nvSpPr>
        <p:spPr>
          <a:xfrm>
            <a:off x="10577720" y="1999937"/>
            <a:ext cx="3657600" cy="209126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4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3000"/>
    </mc:Choice>
    <mc:Fallback xmlns="">
      <p:transition spd="slow" advClick="0" advTm="23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33013" y="-860685"/>
            <a:ext cx="6019800" cy="1143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83586" y="792480"/>
            <a:ext cx="5602574" cy="5410200"/>
          </a:xfrm>
        </p:spPr>
        <p:txBody>
          <a:bodyPr>
            <a:normAutofit/>
          </a:bodyPr>
          <a:lstStyle/>
          <a:p>
            <a:r>
              <a:rPr lang="ru-RU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Чон</a:t>
            </a:r>
            <a:r>
              <a:rPr lang="ru-RU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эне</a:t>
            </a:r>
            <a:r>
              <a:rPr lang="ru-RU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небересине</a:t>
            </a:r>
            <a:r>
              <a:rPr lang="ru-RU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жиптен</a:t>
            </a:r>
            <a:r>
              <a:rPr lang="ru-RU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3моюн </a:t>
            </a:r>
            <a:r>
              <a:rPr lang="ru-RU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орогуч</a:t>
            </a:r>
            <a:r>
              <a:rPr lang="ru-RU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6 </a:t>
            </a:r>
            <a:r>
              <a:rPr lang="ru-RU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мээлей</a:t>
            </a:r>
            <a:r>
              <a:rPr lang="ru-RU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токуду.Чон</a:t>
            </a:r>
            <a:r>
              <a:rPr lang="ru-RU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эненин</a:t>
            </a:r>
            <a:r>
              <a:rPr lang="ru-RU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канча</a:t>
            </a:r>
            <a:r>
              <a:rPr lang="ru-RU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небереси</a:t>
            </a:r>
            <a:r>
              <a:rPr lang="ru-RU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бар.</a:t>
            </a:r>
            <a:endParaRPr lang="ru-RU" sz="4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6" r="7616"/>
          <a:stretch>
            <a:fillRect/>
          </a:stretch>
        </p:blipFill>
        <p:spPr>
          <a:xfrm>
            <a:off x="243840" y="282315"/>
            <a:ext cx="4465320" cy="6134076"/>
          </a:xfrm>
        </p:spPr>
      </p:pic>
    </p:spTree>
    <p:extLst>
      <p:ext uri="{BB962C8B-B14F-4D97-AF65-F5344CB8AC3E}">
        <p14:creationId xmlns:p14="http://schemas.microsoft.com/office/powerpoint/2010/main" val="417376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1000">
        <p14:prism isInverted="1"/>
      </p:transition>
    </mc:Choice>
    <mc:Fallback xmlns="">
      <p:transition spd="slow" advClick="0" advTm="2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62" y="670560"/>
            <a:ext cx="5078413" cy="559308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989321" y="243840"/>
            <a:ext cx="5623560" cy="6217920"/>
          </a:xfrm>
        </p:spPr>
        <p:txBody>
          <a:bodyPr>
            <a:normAutofit/>
          </a:bodyPr>
          <a:lstStyle/>
          <a:p>
            <a:r>
              <a:rPr lang="ru-RU" sz="4000" b="1" i="1" u="sng" dirty="0" err="1" smtClean="0"/>
              <a:t>Бизде</a:t>
            </a:r>
            <a:r>
              <a:rPr lang="ru-RU" sz="4000" b="1" i="1" u="sng" dirty="0" smtClean="0"/>
              <a:t> </a:t>
            </a:r>
            <a:r>
              <a:rPr lang="ru-RU" sz="4000" b="1" i="1" u="sng" dirty="0" err="1" smtClean="0"/>
              <a:t>сегиз</a:t>
            </a:r>
            <a:r>
              <a:rPr lang="ru-RU" sz="4000" b="1" i="1" u="sng" dirty="0" smtClean="0"/>
              <a:t> </a:t>
            </a:r>
            <a:r>
              <a:rPr lang="ru-RU" sz="4000" b="1" i="1" u="sng" dirty="0" err="1" smtClean="0"/>
              <a:t>улак</a:t>
            </a:r>
            <a:r>
              <a:rPr lang="ru-RU" sz="4000" b="1" i="1" u="sng" dirty="0" smtClean="0"/>
              <a:t> бар</a:t>
            </a:r>
          </a:p>
          <a:p>
            <a:r>
              <a:rPr lang="ru-RU" sz="4000" b="1" i="1" u="sng" dirty="0" smtClean="0"/>
              <a:t>Так </a:t>
            </a:r>
            <a:r>
              <a:rPr lang="ru-RU" sz="4000" b="1" i="1" u="sng" dirty="0" err="1" smtClean="0"/>
              <a:t>секирген</a:t>
            </a:r>
            <a:r>
              <a:rPr lang="ru-RU" sz="4000" b="1" i="1" u="sng" dirty="0" smtClean="0"/>
              <a:t> </a:t>
            </a:r>
            <a:r>
              <a:rPr lang="ru-RU" sz="4000" b="1" i="1" u="sng" dirty="0" err="1" smtClean="0"/>
              <a:t>чунактар</a:t>
            </a:r>
            <a:endParaRPr lang="ru-RU" sz="4000" b="1" i="1" u="sng" dirty="0" smtClean="0"/>
          </a:p>
          <a:p>
            <a:r>
              <a:rPr lang="ru-RU" sz="4000" b="1" i="1" u="sng" dirty="0" err="1" smtClean="0"/>
              <a:t>Балдар</a:t>
            </a:r>
            <a:r>
              <a:rPr lang="ru-RU" sz="4000" b="1" i="1" u="sng" dirty="0" smtClean="0"/>
              <a:t> </a:t>
            </a:r>
            <a:r>
              <a:rPr lang="ru-RU" sz="4000" b="1" i="1" u="sng" dirty="0" err="1" smtClean="0"/>
              <a:t>санап</a:t>
            </a:r>
            <a:r>
              <a:rPr lang="ru-RU" sz="4000" b="1" i="1" u="sng" dirty="0" smtClean="0"/>
              <a:t> </a:t>
            </a:r>
            <a:r>
              <a:rPr lang="ru-RU" sz="4000" b="1" i="1" u="sng" dirty="0" err="1" smtClean="0"/>
              <a:t>корсонор</a:t>
            </a:r>
            <a:endParaRPr lang="ru-RU" sz="4000" b="1" i="1" u="sng" dirty="0" smtClean="0"/>
          </a:p>
          <a:p>
            <a:r>
              <a:rPr lang="ru-RU" sz="4000" b="1" i="1" u="sng" dirty="0" err="1" smtClean="0"/>
              <a:t>Канча</a:t>
            </a:r>
            <a:r>
              <a:rPr lang="ru-RU" sz="4000" b="1" i="1" u="sng" dirty="0" smtClean="0"/>
              <a:t> </a:t>
            </a:r>
            <a:r>
              <a:rPr lang="ru-RU" sz="4000" b="1" i="1" u="sng" dirty="0" err="1" smtClean="0"/>
              <a:t>аларда</a:t>
            </a:r>
            <a:r>
              <a:rPr lang="ru-RU" sz="4000" b="1" i="1" u="sng" dirty="0" smtClean="0"/>
              <a:t> кулак бар </a:t>
            </a:r>
          </a:p>
        </p:txBody>
      </p:sp>
    </p:spTree>
    <p:extLst>
      <p:ext uri="{BB962C8B-B14F-4D97-AF65-F5344CB8AC3E}">
        <p14:creationId xmlns:p14="http://schemas.microsoft.com/office/powerpoint/2010/main" val="236827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4000"/>
    </mc:Choice>
    <mc:Fallback xmlns="">
      <p:transition spd="slow" advClick="0" advTm="2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2" name="Объект 2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2" y="251098"/>
            <a:ext cx="10032641" cy="59436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FFFF00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Текст 3"/>
          <p:cNvSpPr>
            <a:spLocks noGrp="1"/>
          </p:cNvSpPr>
          <p:nvPr>
            <p:ph type="body" sz="half" idx="4294967295"/>
          </p:nvPr>
        </p:nvSpPr>
        <p:spPr>
          <a:xfrm>
            <a:off x="6170613" y="2776538"/>
            <a:ext cx="6021387" cy="2049462"/>
          </a:xfrm>
        </p:spPr>
        <p:txBody>
          <a:bodyPr>
            <a:noAutofit/>
          </a:bodyPr>
          <a:lstStyle/>
          <a:p>
            <a:endParaRPr lang="ru-RU" sz="3600" b="1" dirty="0" smtClean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endParaRPr lang="ru-RU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117849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27000">
        <p14:shred/>
      </p:transition>
    </mc:Choice>
    <mc:Fallback xmlns="">
      <p:transition spd="slow" advClick="0" advTm="2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53070" y="334851"/>
            <a:ext cx="5795493" cy="5512157"/>
          </a:xfrm>
        </p:spPr>
        <p:txBody>
          <a:bodyPr>
            <a:normAutofit/>
          </a:bodyPr>
          <a:lstStyle/>
          <a:p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Эки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ата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эки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бала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жана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чон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ата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небереси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менен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театрга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келишти.Бардыгына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канча</a:t>
            </a:r>
            <a:r>
              <a:rPr lang="ru-RU" sz="4400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билет </a:t>
            </a:r>
            <a:r>
              <a:rPr lang="ru-RU" sz="4400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керек</a:t>
            </a:r>
            <a:r>
              <a:rPr lang="en-US" sz="4400" b="1" cap="none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  <a:endParaRPr lang="ru-RU" sz="4400" b="1" cap="none" dirty="0">
              <a:ln w="9525">
                <a:solidFill>
                  <a:schemeClr val="bg1"/>
                </a:solidFill>
                <a:prstDash val="solid"/>
              </a:ln>
              <a:solidFill>
                <a:srgbClr val="FFFF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67" y="729495"/>
            <a:ext cx="5468944" cy="5709942"/>
          </a:xfrm>
          <a:prstGeom prst="rect">
            <a:avLst/>
          </a:prstGeom>
          <a:ln>
            <a:solidFill>
              <a:srgbClr val="FFFF00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7" name="Текст 6"/>
          <p:cNvSpPr>
            <a:spLocks noGrp="1"/>
          </p:cNvSpPr>
          <p:nvPr>
            <p:ph type="body" sz="half" idx="2"/>
          </p:nvPr>
        </p:nvSpPr>
        <p:spPr>
          <a:xfrm flipV="1">
            <a:off x="7469746" y="4301066"/>
            <a:ext cx="3272866" cy="45719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09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20000">
        <p14:doors dir="vert"/>
      </p:transition>
    </mc:Choice>
    <mc:Fallback xmlns=""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0578" y="6297769"/>
            <a:ext cx="8534400" cy="92012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23" y="463640"/>
            <a:ext cx="10921284" cy="5576552"/>
          </a:xfrm>
          <a:prstGeom prst="rect">
            <a:avLst/>
          </a:prstGeom>
          <a:ln w="190500" cap="sq">
            <a:solidFill>
              <a:srgbClr val="FFFF0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05819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0">
        <p14:ferris dir="l"/>
      </p:transition>
    </mc:Choice>
    <mc:Fallback xmlns=""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296214"/>
            <a:ext cx="10365861" cy="57954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002060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92432834"/>
      </p:ext>
    </p:extLst>
  </p:cSld>
  <p:clrMapOvr>
    <a:masterClrMapping/>
  </p:clrMapOvr>
  <p:transition spd="slow" advClick="0" advTm="17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275" y="991674"/>
            <a:ext cx="11127347" cy="5576552"/>
          </a:xfrm>
        </p:spPr>
        <p:txBody>
          <a:bodyPr>
            <a:prstTxWarp prst="textWave4">
              <a:avLst/>
            </a:prstTxWarp>
          </a:bodyPr>
          <a:lstStyle/>
          <a:p>
            <a:r>
              <a:rPr lang="ru-RU" b="1" cap="none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Ү</a:t>
            </a:r>
            <a:r>
              <a:rPr lang="ru-RU" b="1" cap="none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й</a:t>
            </a:r>
            <a:r>
              <a:rPr lang="ru-RU" b="1" cap="none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b="1" cap="none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тапшырма</a:t>
            </a:r>
            <a:endParaRPr lang="ru-RU" b="1" cap="none" dirty="0">
              <a:ln w="13462">
                <a:solidFill>
                  <a:schemeClr val="bg1"/>
                </a:solidFill>
                <a:prstDash val="solid"/>
              </a:ln>
              <a:solidFill>
                <a:srgbClr val="FFFF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188" y="685800"/>
            <a:ext cx="8175423" cy="305873"/>
          </a:xfrm>
        </p:spPr>
        <p:txBody>
          <a:bodyPr>
            <a:normAutofit fontScale="850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6747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13000">
        <p15:prstTrans prst="fracture"/>
      </p:transition>
    </mc:Choice>
    <mc:Fallback xmlns="">
      <p:transition spd="slow" advClick="0" advTm="1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232</TotalTime>
  <Words>110</Words>
  <Application>Microsoft Office PowerPoint</Application>
  <PresentationFormat>Широкоэкранный</PresentationFormat>
  <Paragraphs>16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Сектор</vt:lpstr>
      <vt:lpstr>Презентация PowerPoint</vt:lpstr>
      <vt:lpstr>2-класс</vt:lpstr>
      <vt:lpstr>Презентация PowerPoint</vt:lpstr>
      <vt:lpstr>Презентация PowerPoint</vt:lpstr>
      <vt:lpstr>38+25= 81-18= 57+13= 29+38= 60+7= 9+17= 98+1= 45+45=</vt:lpstr>
      <vt:lpstr>Презентация PowerPoint</vt:lpstr>
      <vt:lpstr>Презентация PowerPoint</vt:lpstr>
      <vt:lpstr>Презентация PowerPoint</vt:lpstr>
      <vt:lpstr>Эки ата эки бала жана чон ата небереси менен театрга келишти.Бардыгына канча билет керек?</vt:lpstr>
      <vt:lpstr>Презентация PowerPoint</vt:lpstr>
      <vt:lpstr>Презентация PowerPoint</vt:lpstr>
      <vt:lpstr>Үй тапшырма</vt:lpstr>
    </vt:vector>
  </TitlesOfParts>
  <Company>Reanimator Extreme Edition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Тема:мисал маселе иштоо</dc:title>
  <dc:creator>Samsung</dc:creator>
  <cp:lastModifiedBy>Фарида</cp:lastModifiedBy>
  <cp:revision>26</cp:revision>
  <dcterms:created xsi:type="dcterms:W3CDTF">2018-04-10T06:28:32Z</dcterms:created>
  <dcterms:modified xsi:type="dcterms:W3CDTF">2019-07-17T13:44:47Z</dcterms:modified>
</cp:coreProperties>
</file>